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4" r:id="rId4"/>
  </p:sldMasterIdLst>
  <p:notesMasterIdLst>
    <p:notesMasterId r:id="rId27"/>
  </p:notesMasterIdLst>
  <p:sldIdLst>
    <p:sldId id="256" r:id="rId5"/>
    <p:sldId id="258" r:id="rId6"/>
    <p:sldId id="260" r:id="rId7"/>
    <p:sldId id="261" r:id="rId8"/>
    <p:sldId id="262" r:id="rId9"/>
    <p:sldId id="295" r:id="rId10"/>
    <p:sldId id="296" r:id="rId11"/>
    <p:sldId id="297" r:id="rId12"/>
    <p:sldId id="263" r:id="rId13"/>
    <p:sldId id="298" r:id="rId14"/>
    <p:sldId id="299" r:id="rId15"/>
    <p:sldId id="264" r:id="rId16"/>
    <p:sldId id="300" r:id="rId17"/>
    <p:sldId id="301" r:id="rId18"/>
    <p:sldId id="302" r:id="rId19"/>
    <p:sldId id="303" r:id="rId20"/>
    <p:sldId id="265" r:id="rId21"/>
    <p:sldId id="305" r:id="rId22"/>
    <p:sldId id="304" r:id="rId23"/>
    <p:sldId id="307" r:id="rId24"/>
    <p:sldId id="308" r:id="rId25"/>
    <p:sldId id="309" r:id="rId26"/>
  </p:sldIdLst>
  <p:sldSz cx="9144000" cy="5143500" type="screen16x9"/>
  <p:notesSz cx="6858000" cy="9144000"/>
  <p:embeddedFontLst>
    <p:embeddedFont>
      <p:font typeface="Hubot Sans" panose="020B0604020202020204" charset="0"/>
      <p:regular r:id="rId28"/>
      <p:bold r:id="rId29"/>
      <p:italic r:id="rId30"/>
      <p:boldItalic r:id="rId31"/>
    </p:embeddedFont>
    <p:embeddedFont>
      <p:font typeface="Hubot Sans Medium" panose="020B0604020202020204" charset="0"/>
      <p:regular r:id="rId32"/>
      <p:bold r:id="rId33"/>
      <p:italic r:id="rId34"/>
      <p:boldItalic r:id="rId35"/>
    </p:embeddedFont>
    <p:embeddedFont>
      <p:font typeface="Nunito Light" pitchFamily="2" charset="0"/>
      <p:regular r:id="rId36"/>
      <p:italic r:id="rId37"/>
    </p:embeddedFont>
    <p:embeddedFont>
      <p:font typeface="PT Sans" panose="020B0503020203020204" pitchFamily="34" charset="0"/>
      <p:regular r:id="rId38"/>
      <p:bold r:id="rId39"/>
      <p:italic r:id="rId40"/>
      <p:boldItalic r:id="rId41"/>
    </p:embeddedFont>
    <p:embeddedFont>
      <p:font typeface="Work Sans" pitchFamily="2" charset="0"/>
      <p:regular r:id="rId42"/>
      <p:bold r:id="rId43"/>
      <p:italic r:id="rId44"/>
      <p:boldItalic r:id="rId45"/>
    </p:embeddedFont>
    <p:embeddedFont>
      <p:font typeface="Work Sans Medium" pitchFamily="2" charset="0"/>
      <p:regular r:id="rId46"/>
      <p:bold r:id="rId47"/>
      <p:italic r:id="rId48"/>
      <p:boldItalic r:id="rId4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CC00"/>
    <a:srgbClr val="3AA03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3C97698-FC8A-4A2C-921F-113F6380C86D}" v="563" dt="2025-12-08T03:10:42.171"/>
    <p1510:client id="{37D6812C-CC83-0A43-BCD3-CE50735B1C79}" v="2" dt="2025-12-08T02:33:37.227"/>
  </p1510:revLst>
</p1510:revInfo>
</file>

<file path=ppt/tableStyles.xml><?xml version="1.0" encoding="utf-8"?>
<a:tblStyleLst xmlns:a="http://schemas.openxmlformats.org/drawingml/2006/main" def="{F41B85C0-3653-4B9A-BBA5-B055B75D0207}">
  <a:tblStyle styleId="{F41B85C0-3653-4B9A-BBA5-B055B75D020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6404B7D1-C35B-4641-ADC9-F3B53C5F9266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3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393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font" Target="fonts/font12.fntdata"/><Relationship Id="rId21" Type="http://schemas.openxmlformats.org/officeDocument/2006/relationships/slide" Target="slides/slide17.xml"/><Relationship Id="rId34" Type="http://schemas.openxmlformats.org/officeDocument/2006/relationships/font" Target="fonts/font7.fntdata"/><Relationship Id="rId42" Type="http://schemas.openxmlformats.org/officeDocument/2006/relationships/font" Target="fonts/font15.fntdata"/><Relationship Id="rId47" Type="http://schemas.openxmlformats.org/officeDocument/2006/relationships/font" Target="fonts/font20.fntdata"/><Relationship Id="rId50" Type="http://schemas.openxmlformats.org/officeDocument/2006/relationships/presProps" Target="presProp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font" Target="fonts/font2.fntdata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font" Target="fonts/font5.fntdata"/><Relationship Id="rId37" Type="http://schemas.openxmlformats.org/officeDocument/2006/relationships/font" Target="fonts/font10.fntdata"/><Relationship Id="rId40" Type="http://schemas.openxmlformats.org/officeDocument/2006/relationships/font" Target="fonts/font13.fntdata"/><Relationship Id="rId45" Type="http://schemas.openxmlformats.org/officeDocument/2006/relationships/font" Target="fonts/font18.fntdata"/><Relationship Id="rId53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font" Target="fonts/font4.fntdata"/><Relationship Id="rId44" Type="http://schemas.openxmlformats.org/officeDocument/2006/relationships/font" Target="fonts/font17.fntdata"/><Relationship Id="rId52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notesMaster" Target="notesMasters/notesMaster1.xml"/><Relationship Id="rId30" Type="http://schemas.openxmlformats.org/officeDocument/2006/relationships/font" Target="fonts/font3.fntdata"/><Relationship Id="rId35" Type="http://schemas.openxmlformats.org/officeDocument/2006/relationships/font" Target="fonts/font8.fntdata"/><Relationship Id="rId43" Type="http://schemas.openxmlformats.org/officeDocument/2006/relationships/font" Target="fonts/font16.fntdata"/><Relationship Id="rId48" Type="http://schemas.openxmlformats.org/officeDocument/2006/relationships/font" Target="fonts/font21.fntdata"/><Relationship Id="rId8" Type="http://schemas.openxmlformats.org/officeDocument/2006/relationships/slide" Target="slides/slide4.xml"/><Relationship Id="rId51" Type="http://schemas.openxmlformats.org/officeDocument/2006/relationships/viewProps" Target="viewProps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font" Target="fonts/font6.fntdata"/><Relationship Id="rId38" Type="http://schemas.openxmlformats.org/officeDocument/2006/relationships/font" Target="fonts/font11.fntdata"/><Relationship Id="rId46" Type="http://schemas.openxmlformats.org/officeDocument/2006/relationships/font" Target="fonts/font19.fntdata"/><Relationship Id="rId20" Type="http://schemas.openxmlformats.org/officeDocument/2006/relationships/slide" Target="slides/slide16.xml"/><Relationship Id="rId41" Type="http://schemas.openxmlformats.org/officeDocument/2006/relationships/font" Target="fonts/font14.fntdata"/><Relationship Id="rId54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font" Target="fonts/font1.fntdata"/><Relationship Id="rId36" Type="http://schemas.openxmlformats.org/officeDocument/2006/relationships/font" Target="fonts/font9.fntdata"/><Relationship Id="rId49" Type="http://schemas.openxmlformats.org/officeDocument/2006/relationships/font" Target="fonts/font2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d431007ba2_0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d431007ba2_0_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54dda1946d_6_3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" name="Google Shape;227;g54dda1946d_6_3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190cccfa97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190cccfa97d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54dda1946d_6_3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" name="Google Shape;240;g54dda1946d_6_3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5">
          <a:extLst>
            <a:ext uri="{FF2B5EF4-FFF2-40B4-BE49-F238E27FC236}">
              <a16:creationId xmlns:a16="http://schemas.microsoft.com/office/drawing/2014/main" id="{969B8328-AAD9-6F07-83D1-8032A6FEAF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54dda1946d_6_308:notes">
            <a:extLst>
              <a:ext uri="{FF2B5EF4-FFF2-40B4-BE49-F238E27FC236}">
                <a16:creationId xmlns:a16="http://schemas.microsoft.com/office/drawing/2014/main" id="{FEE8CACC-B96D-61D0-D217-9597A01D0A5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" name="Google Shape;227;g54dda1946d_6_308:notes">
            <a:extLst>
              <a:ext uri="{FF2B5EF4-FFF2-40B4-BE49-F238E27FC236}">
                <a16:creationId xmlns:a16="http://schemas.microsoft.com/office/drawing/2014/main" id="{21C01477-57E1-F9B2-74B8-2DC1A4A9BBD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4201519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5">
          <a:extLst>
            <a:ext uri="{FF2B5EF4-FFF2-40B4-BE49-F238E27FC236}">
              <a16:creationId xmlns:a16="http://schemas.microsoft.com/office/drawing/2014/main" id="{CBF4E1FB-7917-46DB-DEBF-1BB3218686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16bb02b2657_0_0:notes">
            <a:extLst>
              <a:ext uri="{FF2B5EF4-FFF2-40B4-BE49-F238E27FC236}">
                <a16:creationId xmlns:a16="http://schemas.microsoft.com/office/drawing/2014/main" id="{9970A94F-75AD-6060-F96C-5B8BE3A90FE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7" name="Google Shape;317;g16bb02b2657_0_0:notes">
            <a:extLst>
              <a:ext uri="{FF2B5EF4-FFF2-40B4-BE49-F238E27FC236}">
                <a16:creationId xmlns:a16="http://schemas.microsoft.com/office/drawing/2014/main" id="{82B2EB8A-EB3E-CA8E-4DF5-4075758EDEC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6179911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5">
          <a:extLst>
            <a:ext uri="{FF2B5EF4-FFF2-40B4-BE49-F238E27FC236}">
              <a16:creationId xmlns:a16="http://schemas.microsoft.com/office/drawing/2014/main" id="{5A5E0899-9D60-B500-FF86-C8B28CC6AD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54dda1946d_6_308:notes">
            <a:extLst>
              <a:ext uri="{FF2B5EF4-FFF2-40B4-BE49-F238E27FC236}">
                <a16:creationId xmlns:a16="http://schemas.microsoft.com/office/drawing/2014/main" id="{CA0D044C-EB8D-3470-E9DF-826FDF45D4B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" name="Google Shape;227;g54dda1946d_6_308:notes">
            <a:extLst>
              <a:ext uri="{FF2B5EF4-FFF2-40B4-BE49-F238E27FC236}">
                <a16:creationId xmlns:a16="http://schemas.microsoft.com/office/drawing/2014/main" id="{7FA6E746-A736-8114-E85D-A69A0E893AC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3644937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184d99d1a72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9" name="Google Shape;249;g184d99d1a72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>
          <a:extLst>
            <a:ext uri="{FF2B5EF4-FFF2-40B4-BE49-F238E27FC236}">
              <a16:creationId xmlns:a16="http://schemas.microsoft.com/office/drawing/2014/main" id="{15E39B80-1031-0BC9-CE82-8AD3AF68E7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54dda1946d_6_322:notes">
            <a:extLst>
              <a:ext uri="{FF2B5EF4-FFF2-40B4-BE49-F238E27FC236}">
                <a16:creationId xmlns:a16="http://schemas.microsoft.com/office/drawing/2014/main" id="{0BB4E615-21BB-60A3-CFDF-FA83089B605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54dda1946d_6_322:notes">
            <a:extLst>
              <a:ext uri="{FF2B5EF4-FFF2-40B4-BE49-F238E27FC236}">
                <a16:creationId xmlns:a16="http://schemas.microsoft.com/office/drawing/2014/main" id="{E8227716-A528-0690-FC17-8E6FBEF7848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6011356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5">
          <a:extLst>
            <a:ext uri="{FF2B5EF4-FFF2-40B4-BE49-F238E27FC236}">
              <a16:creationId xmlns:a16="http://schemas.microsoft.com/office/drawing/2014/main" id="{E9062CC9-0BEA-7515-B743-1D2BDA90A3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54dda1946d_6_308:notes">
            <a:extLst>
              <a:ext uri="{FF2B5EF4-FFF2-40B4-BE49-F238E27FC236}">
                <a16:creationId xmlns:a16="http://schemas.microsoft.com/office/drawing/2014/main" id="{0F3B7777-876A-CA2B-7C60-2C367E2196C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" name="Google Shape;227;g54dda1946d_6_308:notes">
            <a:extLst>
              <a:ext uri="{FF2B5EF4-FFF2-40B4-BE49-F238E27FC236}">
                <a16:creationId xmlns:a16="http://schemas.microsoft.com/office/drawing/2014/main" id="{7E4510D1-1CF9-D0D6-B574-63FEE661209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7753580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184d99d1a72_0_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0" name="Google Shape;260;g184d99d1a72_0_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>
          <a:extLst>
            <a:ext uri="{FF2B5EF4-FFF2-40B4-BE49-F238E27FC236}">
              <a16:creationId xmlns:a16="http://schemas.microsoft.com/office/drawing/2014/main" id="{3D8A0E53-8D83-22C9-AAEE-34BCC16669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54dda1946d_6_322:notes">
            <a:extLst>
              <a:ext uri="{FF2B5EF4-FFF2-40B4-BE49-F238E27FC236}">
                <a16:creationId xmlns:a16="http://schemas.microsoft.com/office/drawing/2014/main" id="{72715A11-C1D9-F48E-CE96-17D61C8102D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54dda1946d_6_322:notes">
            <a:extLst>
              <a:ext uri="{FF2B5EF4-FFF2-40B4-BE49-F238E27FC236}">
                <a16:creationId xmlns:a16="http://schemas.microsoft.com/office/drawing/2014/main" id="{FF3C1015-AEB4-DC17-E795-89FE0CDA34B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7848803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>
          <a:extLst>
            <a:ext uri="{FF2B5EF4-FFF2-40B4-BE49-F238E27FC236}">
              <a16:creationId xmlns:a16="http://schemas.microsoft.com/office/drawing/2014/main" id="{A5E762F3-BE2D-D038-1CE7-8AE9DE194A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54dda1946d_6_322:notes">
            <a:extLst>
              <a:ext uri="{FF2B5EF4-FFF2-40B4-BE49-F238E27FC236}">
                <a16:creationId xmlns:a16="http://schemas.microsoft.com/office/drawing/2014/main" id="{7A9E3605-E41E-CBAB-E569-DB65D789767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54dda1946d_6_322:notes">
            <a:extLst>
              <a:ext uri="{FF2B5EF4-FFF2-40B4-BE49-F238E27FC236}">
                <a16:creationId xmlns:a16="http://schemas.microsoft.com/office/drawing/2014/main" id="{B7456797-BD6F-9225-B973-20739E13D21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7414438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5">
          <a:extLst>
            <a:ext uri="{FF2B5EF4-FFF2-40B4-BE49-F238E27FC236}">
              <a16:creationId xmlns:a16="http://schemas.microsoft.com/office/drawing/2014/main" id="{5747DAF5-B7CD-A587-BA2A-01F1D55A25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54dda1946d_6_308:notes">
            <a:extLst>
              <a:ext uri="{FF2B5EF4-FFF2-40B4-BE49-F238E27FC236}">
                <a16:creationId xmlns:a16="http://schemas.microsoft.com/office/drawing/2014/main" id="{31C8F21A-6795-ACCF-3A16-B9D47C3BA5C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" name="Google Shape;227;g54dda1946d_6_308:notes">
            <a:extLst>
              <a:ext uri="{FF2B5EF4-FFF2-40B4-BE49-F238E27FC236}">
                <a16:creationId xmlns:a16="http://schemas.microsoft.com/office/drawing/2014/main" id="{D0B697F4-7175-7FBC-5EF2-5929E42ECDF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6775814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5">
          <a:extLst>
            <a:ext uri="{FF2B5EF4-FFF2-40B4-BE49-F238E27FC236}">
              <a16:creationId xmlns:a16="http://schemas.microsoft.com/office/drawing/2014/main" id="{361A7E2C-39D6-3834-3DD5-578B0A1AD0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16bb02b2657_0_0:notes">
            <a:extLst>
              <a:ext uri="{FF2B5EF4-FFF2-40B4-BE49-F238E27FC236}">
                <a16:creationId xmlns:a16="http://schemas.microsoft.com/office/drawing/2014/main" id="{350C112A-FD02-A4AD-6BDE-2E50D920AA0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7" name="Google Shape;317;g16bb02b2657_0_0:notes">
            <a:extLst>
              <a:ext uri="{FF2B5EF4-FFF2-40B4-BE49-F238E27FC236}">
                <a16:creationId xmlns:a16="http://schemas.microsoft.com/office/drawing/2014/main" id="{0BA7724B-5C5B-3919-EBC3-0DCD9D28B88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6008382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54dda1946d_4_27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3" name="Google Shape;273;g54dda1946d_4_27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5">
          <a:extLst>
            <a:ext uri="{FF2B5EF4-FFF2-40B4-BE49-F238E27FC236}">
              <a16:creationId xmlns:a16="http://schemas.microsoft.com/office/drawing/2014/main" id="{508A054B-F52C-3BAF-10B5-8101D719BD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16bb02b2657_0_0:notes">
            <a:extLst>
              <a:ext uri="{FF2B5EF4-FFF2-40B4-BE49-F238E27FC236}">
                <a16:creationId xmlns:a16="http://schemas.microsoft.com/office/drawing/2014/main" id="{77AF3FF4-DB07-8F92-645B-4261D224972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7" name="Google Shape;317;g16bb02b2657_0_0:notes">
            <a:extLst>
              <a:ext uri="{FF2B5EF4-FFF2-40B4-BE49-F238E27FC236}">
                <a16:creationId xmlns:a16="http://schemas.microsoft.com/office/drawing/2014/main" id="{781922E6-88FE-B1D0-9C78-2ECE67648CE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0704553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5">
          <a:extLst>
            <a:ext uri="{FF2B5EF4-FFF2-40B4-BE49-F238E27FC236}">
              <a16:creationId xmlns:a16="http://schemas.microsoft.com/office/drawing/2014/main" id="{F9B2FF91-0B27-FC7B-EF92-F0CA15D296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54dda1946d_6_308:notes">
            <a:extLst>
              <a:ext uri="{FF2B5EF4-FFF2-40B4-BE49-F238E27FC236}">
                <a16:creationId xmlns:a16="http://schemas.microsoft.com/office/drawing/2014/main" id="{B3BAB09C-58A0-6F56-D2DF-3C0415F2D91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" name="Google Shape;227;g54dda1946d_6_308:notes">
            <a:extLst>
              <a:ext uri="{FF2B5EF4-FFF2-40B4-BE49-F238E27FC236}">
                <a16:creationId xmlns:a16="http://schemas.microsoft.com/office/drawing/2014/main" id="{3E1B5E1A-8DC8-6FA0-8FFA-650EC4F9FCF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8644825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>
          <a:extLst>
            <a:ext uri="{FF2B5EF4-FFF2-40B4-BE49-F238E27FC236}">
              <a16:creationId xmlns:a16="http://schemas.microsoft.com/office/drawing/2014/main" id="{17EFCF19-77BA-5572-CB0D-940DFC718D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54dda1946d_6_322:notes">
            <a:extLst>
              <a:ext uri="{FF2B5EF4-FFF2-40B4-BE49-F238E27FC236}">
                <a16:creationId xmlns:a16="http://schemas.microsoft.com/office/drawing/2014/main" id="{70D46643-0B1B-6D5D-D7C0-EE876EF0759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54dda1946d_6_322:notes">
            <a:extLst>
              <a:ext uri="{FF2B5EF4-FFF2-40B4-BE49-F238E27FC236}">
                <a16:creationId xmlns:a16="http://schemas.microsoft.com/office/drawing/2014/main" id="{FC058E0F-1AAA-62EB-F92F-96A111F8F6F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2416326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>
          <a:extLst>
            <a:ext uri="{FF2B5EF4-FFF2-40B4-BE49-F238E27FC236}">
              <a16:creationId xmlns:a16="http://schemas.microsoft.com/office/drawing/2014/main" id="{023C27E1-EFEA-7E1F-414A-A68E02319B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54dda1946d_6_322:notes">
            <a:extLst>
              <a:ext uri="{FF2B5EF4-FFF2-40B4-BE49-F238E27FC236}">
                <a16:creationId xmlns:a16="http://schemas.microsoft.com/office/drawing/2014/main" id="{A119463F-3A3F-A996-DA0E-97610277571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54dda1946d_6_322:notes">
            <a:extLst>
              <a:ext uri="{FF2B5EF4-FFF2-40B4-BE49-F238E27FC236}">
                <a16:creationId xmlns:a16="http://schemas.microsoft.com/office/drawing/2014/main" id="{C3A3EE6C-F9C3-41FF-D84E-BD3623BE76F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2870128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>
          <a:extLst>
            <a:ext uri="{FF2B5EF4-FFF2-40B4-BE49-F238E27FC236}">
              <a16:creationId xmlns:a16="http://schemas.microsoft.com/office/drawing/2014/main" id="{336CE349-4EFE-E523-4CE0-287297F3B7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4dfce81f19_0_45:notes">
            <a:extLst>
              <a:ext uri="{FF2B5EF4-FFF2-40B4-BE49-F238E27FC236}">
                <a16:creationId xmlns:a16="http://schemas.microsoft.com/office/drawing/2014/main" id="{42E882D1-D3E5-FB62-16B6-A863ED7495E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4dfce81f19_0_45:notes">
            <a:extLst>
              <a:ext uri="{FF2B5EF4-FFF2-40B4-BE49-F238E27FC236}">
                <a16:creationId xmlns:a16="http://schemas.microsoft.com/office/drawing/2014/main" id="{4D073962-0EFA-3230-5298-C6B4EA240C5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790460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 title="fondo 1_Mesa de trabajo 1.jp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" y="-1"/>
            <a:ext cx="9144003" cy="51435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" name="Google Shape;10;p2"/>
          <p:cNvCxnSpPr/>
          <p:nvPr/>
        </p:nvCxnSpPr>
        <p:spPr>
          <a:xfrm>
            <a:off x="0" y="5021950"/>
            <a:ext cx="91440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228600" y="1713275"/>
            <a:ext cx="7601100" cy="290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5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1"/>
          </p:nvPr>
        </p:nvSpPr>
        <p:spPr>
          <a:xfrm>
            <a:off x="2414150" y="713625"/>
            <a:ext cx="6375300" cy="63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oogle Shape;14;p3" title="fondo 1_Mesa de trabajo 1.jp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flipH="1">
            <a:off x="-1" y="-1"/>
            <a:ext cx="9144003" cy="51435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" name="Google Shape;15;p3"/>
          <p:cNvCxnSpPr/>
          <p:nvPr/>
        </p:nvCxnSpPr>
        <p:spPr>
          <a:xfrm>
            <a:off x="0" y="5021950"/>
            <a:ext cx="91440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" name="Google Shape;16;p3"/>
          <p:cNvSpPr txBox="1">
            <a:spLocks noGrp="1"/>
          </p:cNvSpPr>
          <p:nvPr>
            <p:ph type="title"/>
          </p:nvPr>
        </p:nvSpPr>
        <p:spPr>
          <a:xfrm>
            <a:off x="228600" y="1196325"/>
            <a:ext cx="6985200" cy="2276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title" idx="2" hasCustomPrompt="1"/>
          </p:nvPr>
        </p:nvSpPr>
        <p:spPr>
          <a:xfrm>
            <a:off x="228600" y="3396943"/>
            <a:ext cx="1235700" cy="1108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8" name="Google Shape;18;p3"/>
          <p:cNvSpPr txBox="1">
            <a:spLocks noGrp="1"/>
          </p:cNvSpPr>
          <p:nvPr>
            <p:ph type="subTitle" idx="1"/>
          </p:nvPr>
        </p:nvSpPr>
        <p:spPr>
          <a:xfrm>
            <a:off x="2263725" y="408325"/>
            <a:ext cx="6444300" cy="633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Google Shape;20;p4" title="Sin título-2_Mesa de trabajo 1.jp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rot="10800000">
            <a:off x="-1" y="-1"/>
            <a:ext cx="9144003" cy="51435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1" name="Google Shape;21;p4"/>
          <p:cNvCxnSpPr/>
          <p:nvPr/>
        </p:nvCxnSpPr>
        <p:spPr>
          <a:xfrm>
            <a:off x="0" y="5021950"/>
            <a:ext cx="91440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720000" y="1215752"/>
            <a:ext cx="77040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1pPr>
            <a:lvl2pPr marL="914400" lvl="1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2pPr>
            <a:lvl3pPr marL="1371600" lvl="2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3pPr>
            <a:lvl4pPr marL="1828800" lvl="3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4pPr>
            <a:lvl5pPr marL="2286000" lvl="4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5pPr>
            <a:lvl6pPr marL="2743200" lvl="5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6pPr>
            <a:lvl7pPr marL="3200400" lvl="6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7pPr>
            <a:lvl8pPr marL="3657600" lvl="7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8pPr>
            <a:lvl9pPr marL="4114800" lvl="8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Google Shape;25;p5" title="Sin título-2_Mesa de trabajo 1.jpg"/>
          <p:cNvPicPr preferRelativeResize="0"/>
          <p:nvPr/>
        </p:nvPicPr>
        <p:blipFill rotWithShape="1">
          <a:blip r:embed="rId2">
            <a:alphaModFix/>
          </a:blip>
          <a:srcRect l="10263" t="8058" r="-2889" b="-685"/>
          <a:stretch/>
        </p:blipFill>
        <p:spPr>
          <a:xfrm rot="10800000">
            <a:off x="-1" y="-1"/>
            <a:ext cx="9144003" cy="51435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6" name="Google Shape;26;p5"/>
          <p:cNvCxnSpPr/>
          <p:nvPr/>
        </p:nvCxnSpPr>
        <p:spPr>
          <a:xfrm>
            <a:off x="0" y="5021950"/>
            <a:ext cx="91440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7" name="Google Shape;27;p5"/>
          <p:cNvSpPr txBox="1">
            <a:spLocks noGrp="1"/>
          </p:cNvSpPr>
          <p:nvPr>
            <p:ph type="title"/>
          </p:nvPr>
        </p:nvSpPr>
        <p:spPr>
          <a:xfrm>
            <a:off x="228600" y="228600"/>
            <a:ext cx="8686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subTitle" idx="1"/>
          </p:nvPr>
        </p:nvSpPr>
        <p:spPr>
          <a:xfrm>
            <a:off x="228600" y="3405910"/>
            <a:ext cx="6732900" cy="73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subTitle" idx="2"/>
          </p:nvPr>
        </p:nvSpPr>
        <p:spPr>
          <a:xfrm>
            <a:off x="228600" y="1903486"/>
            <a:ext cx="6732900" cy="73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subTitle" idx="3"/>
          </p:nvPr>
        </p:nvSpPr>
        <p:spPr>
          <a:xfrm>
            <a:off x="228600" y="1548588"/>
            <a:ext cx="6732900" cy="431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ubot Sans"/>
              <a:buNone/>
              <a:defRPr sz="1600">
                <a:solidFill>
                  <a:schemeClr val="dk1"/>
                </a:solidFill>
                <a:latin typeface="Hubot Sans Medium"/>
                <a:ea typeface="Hubot Sans Medium"/>
                <a:cs typeface="Hubot Sans Medium"/>
                <a:sym typeface="Hubot Sans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ubot Sans"/>
              <a:buNone/>
              <a:defRPr sz="2400" b="1">
                <a:latin typeface="Hubot Sans"/>
                <a:ea typeface="Hubot Sans"/>
                <a:cs typeface="Hubot Sans"/>
                <a:sym typeface="Hubot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ubot Sans"/>
              <a:buNone/>
              <a:defRPr sz="2400" b="1">
                <a:latin typeface="Hubot Sans"/>
                <a:ea typeface="Hubot Sans"/>
                <a:cs typeface="Hubot Sans"/>
                <a:sym typeface="Hubot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ubot Sans"/>
              <a:buNone/>
              <a:defRPr sz="2400" b="1">
                <a:latin typeface="Hubot Sans"/>
                <a:ea typeface="Hubot Sans"/>
                <a:cs typeface="Hubot Sans"/>
                <a:sym typeface="Hubo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ubot Sans"/>
              <a:buNone/>
              <a:defRPr sz="2400" b="1">
                <a:latin typeface="Hubot Sans"/>
                <a:ea typeface="Hubot Sans"/>
                <a:cs typeface="Hubot Sans"/>
                <a:sym typeface="Hubo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ubot Sans"/>
              <a:buNone/>
              <a:defRPr sz="2400" b="1">
                <a:latin typeface="Hubot Sans"/>
                <a:ea typeface="Hubot Sans"/>
                <a:cs typeface="Hubot Sans"/>
                <a:sym typeface="Hubo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ubot Sans"/>
              <a:buNone/>
              <a:defRPr sz="2400" b="1">
                <a:latin typeface="Hubot Sans"/>
                <a:ea typeface="Hubot Sans"/>
                <a:cs typeface="Hubot Sans"/>
                <a:sym typeface="Hubo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ubot Sans"/>
              <a:buNone/>
              <a:defRPr sz="2400" b="1">
                <a:latin typeface="Hubot Sans"/>
                <a:ea typeface="Hubot Sans"/>
                <a:cs typeface="Hubot Sans"/>
                <a:sym typeface="Hubo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ubot Sans"/>
              <a:buNone/>
              <a:defRPr sz="2400" b="1">
                <a:latin typeface="Hubot Sans"/>
                <a:ea typeface="Hubot Sans"/>
                <a:cs typeface="Hubot Sans"/>
                <a:sym typeface="Hubot Sans"/>
              </a:defRPr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subTitle" idx="4"/>
          </p:nvPr>
        </p:nvSpPr>
        <p:spPr>
          <a:xfrm>
            <a:off x="228600" y="3051013"/>
            <a:ext cx="6732900" cy="431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ubot Sans"/>
              <a:buNone/>
              <a:defRPr sz="1600">
                <a:solidFill>
                  <a:schemeClr val="dk1"/>
                </a:solidFill>
                <a:latin typeface="Hubot Sans Medium"/>
                <a:ea typeface="Hubot Sans Medium"/>
                <a:cs typeface="Hubot Sans Medium"/>
                <a:sym typeface="Hubot Sans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ubot Sans"/>
              <a:buNone/>
              <a:defRPr sz="2400" b="1">
                <a:latin typeface="Hubot Sans"/>
                <a:ea typeface="Hubot Sans"/>
                <a:cs typeface="Hubot Sans"/>
                <a:sym typeface="Hubot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ubot Sans"/>
              <a:buNone/>
              <a:defRPr sz="2400" b="1">
                <a:latin typeface="Hubot Sans"/>
                <a:ea typeface="Hubot Sans"/>
                <a:cs typeface="Hubot Sans"/>
                <a:sym typeface="Hubot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ubot Sans"/>
              <a:buNone/>
              <a:defRPr sz="2400" b="1">
                <a:latin typeface="Hubot Sans"/>
                <a:ea typeface="Hubot Sans"/>
                <a:cs typeface="Hubot Sans"/>
                <a:sym typeface="Hubo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ubot Sans"/>
              <a:buNone/>
              <a:defRPr sz="2400" b="1">
                <a:latin typeface="Hubot Sans"/>
                <a:ea typeface="Hubot Sans"/>
                <a:cs typeface="Hubot Sans"/>
                <a:sym typeface="Hubo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ubot Sans"/>
              <a:buNone/>
              <a:defRPr sz="2400" b="1">
                <a:latin typeface="Hubot Sans"/>
                <a:ea typeface="Hubot Sans"/>
                <a:cs typeface="Hubot Sans"/>
                <a:sym typeface="Hubo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ubot Sans"/>
              <a:buNone/>
              <a:defRPr sz="2400" b="1">
                <a:latin typeface="Hubot Sans"/>
                <a:ea typeface="Hubot Sans"/>
                <a:cs typeface="Hubot Sans"/>
                <a:sym typeface="Hubo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ubot Sans"/>
              <a:buNone/>
              <a:defRPr sz="2400" b="1">
                <a:latin typeface="Hubot Sans"/>
                <a:ea typeface="Hubot Sans"/>
                <a:cs typeface="Hubot Sans"/>
                <a:sym typeface="Hubo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ubot Sans"/>
              <a:buNone/>
              <a:defRPr sz="2400" b="1">
                <a:latin typeface="Hubot Sans"/>
                <a:ea typeface="Hubot Sans"/>
                <a:cs typeface="Hubot Sans"/>
                <a:sym typeface="Hubot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Google Shape;36;p7" title="Sin título-2_Mesa de trabajo 1.jp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rot="10800000">
            <a:off x="-1" y="-1"/>
            <a:ext cx="9144003" cy="51435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7" name="Google Shape;37;p7"/>
          <p:cNvCxnSpPr/>
          <p:nvPr/>
        </p:nvCxnSpPr>
        <p:spPr>
          <a:xfrm>
            <a:off x="0" y="5021950"/>
            <a:ext cx="91440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8" name="Google Shape;38;p7"/>
          <p:cNvSpPr txBox="1">
            <a:spLocks noGrp="1"/>
          </p:cNvSpPr>
          <p:nvPr>
            <p:ph type="title"/>
          </p:nvPr>
        </p:nvSpPr>
        <p:spPr>
          <a:xfrm>
            <a:off x="228600" y="351025"/>
            <a:ext cx="4936500" cy="142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7"/>
          <p:cNvSpPr txBox="1">
            <a:spLocks noGrp="1"/>
          </p:cNvSpPr>
          <p:nvPr>
            <p:ph type="subTitle" idx="1"/>
          </p:nvPr>
        </p:nvSpPr>
        <p:spPr>
          <a:xfrm>
            <a:off x="228600" y="1778100"/>
            <a:ext cx="4936500" cy="216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7"/>
          <p:cNvSpPr>
            <a:spLocks noGrp="1"/>
          </p:cNvSpPr>
          <p:nvPr>
            <p:ph type="pic" idx="2"/>
          </p:nvPr>
        </p:nvSpPr>
        <p:spPr>
          <a:xfrm>
            <a:off x="5473200" y="228600"/>
            <a:ext cx="3442200" cy="46635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Google Shape;42;p8" title="fondo 1_Mesa de trabajo 1.jp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" y="-1"/>
            <a:ext cx="9144003" cy="51435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3" name="Google Shape;43;p8"/>
          <p:cNvCxnSpPr/>
          <p:nvPr/>
        </p:nvCxnSpPr>
        <p:spPr>
          <a:xfrm>
            <a:off x="0" y="5021950"/>
            <a:ext cx="91440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4" name="Google Shape;44;p8"/>
          <p:cNvSpPr txBox="1">
            <a:spLocks noGrp="1"/>
          </p:cNvSpPr>
          <p:nvPr>
            <p:ph type="title"/>
          </p:nvPr>
        </p:nvSpPr>
        <p:spPr>
          <a:xfrm>
            <a:off x="2317950" y="1307100"/>
            <a:ext cx="45081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Google Shape;46;p9" title="fondo 1_Mesa de trabajo 1.jp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" y="-1"/>
            <a:ext cx="9144003" cy="51435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7" name="Google Shape;47;p9"/>
          <p:cNvCxnSpPr/>
          <p:nvPr/>
        </p:nvCxnSpPr>
        <p:spPr>
          <a:xfrm>
            <a:off x="0" y="5021950"/>
            <a:ext cx="91440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8" name="Google Shape;48;p9"/>
          <p:cNvSpPr txBox="1">
            <a:spLocks noGrp="1"/>
          </p:cNvSpPr>
          <p:nvPr>
            <p:ph type="title"/>
          </p:nvPr>
        </p:nvSpPr>
        <p:spPr>
          <a:xfrm>
            <a:off x="2135550" y="1189100"/>
            <a:ext cx="4872900" cy="196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9"/>
          <p:cNvSpPr txBox="1">
            <a:spLocks noGrp="1"/>
          </p:cNvSpPr>
          <p:nvPr>
            <p:ph type="subTitle" idx="1"/>
          </p:nvPr>
        </p:nvSpPr>
        <p:spPr>
          <a:xfrm>
            <a:off x="2135550" y="3153500"/>
            <a:ext cx="4872900" cy="67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0"/>
          <p:cNvSpPr>
            <a:spLocks noGrp="1"/>
          </p:cNvSpPr>
          <p:nvPr>
            <p:ph type="pic" idx="2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52" name="Google Shape;52;p10"/>
          <p:cNvSpPr txBox="1">
            <a:spLocks noGrp="1"/>
          </p:cNvSpPr>
          <p:nvPr>
            <p:ph type="title"/>
          </p:nvPr>
        </p:nvSpPr>
        <p:spPr>
          <a:xfrm>
            <a:off x="720000" y="4014450"/>
            <a:ext cx="7704000" cy="5727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1" title="fondo 1_Mesa de trabajo 1.jp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flipH="1">
            <a:off x="-1" y="-1"/>
            <a:ext cx="9144003" cy="51435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5" name="Google Shape;55;p11"/>
          <p:cNvCxnSpPr/>
          <p:nvPr/>
        </p:nvCxnSpPr>
        <p:spPr>
          <a:xfrm>
            <a:off x="0" y="5021950"/>
            <a:ext cx="91440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6" name="Google Shape;56;p11"/>
          <p:cNvSpPr txBox="1">
            <a:spLocks noGrp="1"/>
          </p:cNvSpPr>
          <p:nvPr>
            <p:ph type="title" hasCustomPrompt="1"/>
          </p:nvPr>
        </p:nvSpPr>
        <p:spPr>
          <a:xfrm>
            <a:off x="1284000" y="1288150"/>
            <a:ext cx="6576000" cy="1526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57" name="Google Shape;57;p11"/>
          <p:cNvSpPr txBox="1">
            <a:spLocks noGrp="1"/>
          </p:cNvSpPr>
          <p:nvPr>
            <p:ph type="subTitle" idx="1"/>
          </p:nvPr>
        </p:nvSpPr>
        <p:spPr>
          <a:xfrm>
            <a:off x="1284000" y="2901800"/>
            <a:ext cx="6576000" cy="49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Google Shape;60;p13" title="Sin título-3_Mesa de trabajo 1.jp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flipH="1">
            <a:off x="-1" y="-1"/>
            <a:ext cx="9144003" cy="51435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1" name="Google Shape;61;p13"/>
          <p:cNvCxnSpPr/>
          <p:nvPr/>
        </p:nvCxnSpPr>
        <p:spPr>
          <a:xfrm>
            <a:off x="0" y="5021950"/>
            <a:ext cx="91440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2" name="Google Shape;62;p13"/>
          <p:cNvSpPr txBox="1">
            <a:spLocks noGrp="1"/>
          </p:cNvSpPr>
          <p:nvPr>
            <p:ph type="title"/>
          </p:nvPr>
        </p:nvSpPr>
        <p:spPr>
          <a:xfrm>
            <a:off x="228600" y="1879050"/>
            <a:ext cx="2500500" cy="138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3"/>
          <p:cNvSpPr txBox="1">
            <a:spLocks noGrp="1"/>
          </p:cNvSpPr>
          <p:nvPr>
            <p:ph type="title" idx="2" hasCustomPrompt="1"/>
          </p:nvPr>
        </p:nvSpPr>
        <p:spPr>
          <a:xfrm>
            <a:off x="3207000" y="497492"/>
            <a:ext cx="909900" cy="5541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4" name="Google Shape;64;p13"/>
          <p:cNvSpPr txBox="1">
            <a:spLocks noGrp="1"/>
          </p:cNvSpPr>
          <p:nvPr>
            <p:ph type="title" idx="3" hasCustomPrompt="1"/>
          </p:nvPr>
        </p:nvSpPr>
        <p:spPr>
          <a:xfrm>
            <a:off x="6061210" y="497475"/>
            <a:ext cx="909900" cy="5541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5" name="Google Shape;65;p13"/>
          <p:cNvSpPr txBox="1">
            <a:spLocks noGrp="1"/>
          </p:cNvSpPr>
          <p:nvPr>
            <p:ph type="title" idx="4" hasCustomPrompt="1"/>
          </p:nvPr>
        </p:nvSpPr>
        <p:spPr>
          <a:xfrm>
            <a:off x="3207000" y="1996176"/>
            <a:ext cx="909900" cy="5541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6" name="Google Shape;66;p13"/>
          <p:cNvSpPr txBox="1">
            <a:spLocks noGrp="1"/>
          </p:cNvSpPr>
          <p:nvPr>
            <p:ph type="title" idx="5" hasCustomPrompt="1"/>
          </p:nvPr>
        </p:nvSpPr>
        <p:spPr>
          <a:xfrm>
            <a:off x="6061210" y="1996167"/>
            <a:ext cx="909900" cy="5541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7" name="Google Shape;67;p13"/>
          <p:cNvSpPr txBox="1">
            <a:spLocks noGrp="1"/>
          </p:cNvSpPr>
          <p:nvPr>
            <p:ph type="title" idx="6" hasCustomPrompt="1"/>
          </p:nvPr>
        </p:nvSpPr>
        <p:spPr>
          <a:xfrm>
            <a:off x="3207000" y="3494859"/>
            <a:ext cx="909900" cy="5541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8" name="Google Shape;68;p13"/>
          <p:cNvSpPr txBox="1">
            <a:spLocks noGrp="1"/>
          </p:cNvSpPr>
          <p:nvPr>
            <p:ph type="title" idx="7" hasCustomPrompt="1"/>
          </p:nvPr>
        </p:nvSpPr>
        <p:spPr>
          <a:xfrm>
            <a:off x="6061210" y="3494859"/>
            <a:ext cx="909900" cy="5541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9" name="Google Shape;69;p13"/>
          <p:cNvSpPr txBox="1">
            <a:spLocks noGrp="1"/>
          </p:cNvSpPr>
          <p:nvPr>
            <p:ph type="subTitle" idx="1"/>
          </p:nvPr>
        </p:nvSpPr>
        <p:spPr>
          <a:xfrm>
            <a:off x="3207000" y="975383"/>
            <a:ext cx="2854200" cy="67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ubot Sans"/>
              <a:buNone/>
              <a:defRPr sz="1600">
                <a:solidFill>
                  <a:schemeClr val="dk1"/>
                </a:solidFill>
                <a:latin typeface="Hubot Sans Medium"/>
                <a:ea typeface="Hubot Sans Medium"/>
                <a:cs typeface="Hubot Sans Medium"/>
                <a:sym typeface="Hubot Sans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ubot Sans"/>
              <a:buNone/>
              <a:defRPr sz="2400" b="1">
                <a:latin typeface="Hubot Sans"/>
                <a:ea typeface="Hubot Sans"/>
                <a:cs typeface="Hubot Sans"/>
                <a:sym typeface="Hubot Sans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ubot Sans"/>
              <a:buNone/>
              <a:defRPr sz="2400" b="1">
                <a:latin typeface="Hubot Sans"/>
                <a:ea typeface="Hubot Sans"/>
                <a:cs typeface="Hubot Sans"/>
                <a:sym typeface="Hubot Sans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ubot Sans"/>
              <a:buNone/>
              <a:defRPr sz="2400" b="1">
                <a:latin typeface="Hubot Sans"/>
                <a:ea typeface="Hubot Sans"/>
                <a:cs typeface="Hubot Sans"/>
                <a:sym typeface="Hubot Sans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ubot Sans"/>
              <a:buNone/>
              <a:defRPr sz="2400" b="1">
                <a:latin typeface="Hubot Sans"/>
                <a:ea typeface="Hubot Sans"/>
                <a:cs typeface="Hubot Sans"/>
                <a:sym typeface="Hubot Sans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ubot Sans"/>
              <a:buNone/>
              <a:defRPr sz="2400" b="1">
                <a:latin typeface="Hubot Sans"/>
                <a:ea typeface="Hubot Sans"/>
                <a:cs typeface="Hubot Sans"/>
                <a:sym typeface="Hubot Sans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ubot Sans"/>
              <a:buNone/>
              <a:defRPr sz="2400" b="1">
                <a:latin typeface="Hubot Sans"/>
                <a:ea typeface="Hubot Sans"/>
                <a:cs typeface="Hubot Sans"/>
                <a:sym typeface="Hubot Sans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ubot Sans"/>
              <a:buNone/>
              <a:defRPr sz="2400" b="1">
                <a:latin typeface="Hubot Sans"/>
                <a:ea typeface="Hubot Sans"/>
                <a:cs typeface="Hubot Sans"/>
                <a:sym typeface="Hubot Sans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ubot Sans"/>
              <a:buNone/>
              <a:defRPr sz="2400" b="1">
                <a:latin typeface="Hubot Sans"/>
                <a:ea typeface="Hubot Sans"/>
                <a:cs typeface="Hubot Sans"/>
                <a:sym typeface="Hubot Sans"/>
              </a:defRPr>
            </a:lvl9pPr>
          </a:lstStyle>
          <a:p>
            <a:endParaRPr/>
          </a:p>
        </p:txBody>
      </p:sp>
      <p:sp>
        <p:nvSpPr>
          <p:cNvPr id="70" name="Google Shape;70;p13"/>
          <p:cNvSpPr txBox="1">
            <a:spLocks noGrp="1"/>
          </p:cNvSpPr>
          <p:nvPr>
            <p:ph type="subTitle" idx="8"/>
          </p:nvPr>
        </p:nvSpPr>
        <p:spPr>
          <a:xfrm>
            <a:off x="3207000" y="2472154"/>
            <a:ext cx="2854200" cy="67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ubot Sans"/>
              <a:buNone/>
              <a:defRPr sz="1600">
                <a:solidFill>
                  <a:schemeClr val="dk1"/>
                </a:solidFill>
                <a:latin typeface="Hubot Sans Medium"/>
                <a:ea typeface="Hubot Sans Medium"/>
                <a:cs typeface="Hubot Sans Medium"/>
                <a:sym typeface="Hubot Sans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ubot Sans"/>
              <a:buNone/>
              <a:defRPr sz="2400" b="1">
                <a:latin typeface="Hubot Sans"/>
                <a:ea typeface="Hubot Sans"/>
                <a:cs typeface="Hubot Sans"/>
                <a:sym typeface="Hubot Sans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ubot Sans"/>
              <a:buNone/>
              <a:defRPr sz="2400" b="1">
                <a:latin typeface="Hubot Sans"/>
                <a:ea typeface="Hubot Sans"/>
                <a:cs typeface="Hubot Sans"/>
                <a:sym typeface="Hubot Sans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ubot Sans"/>
              <a:buNone/>
              <a:defRPr sz="2400" b="1">
                <a:latin typeface="Hubot Sans"/>
                <a:ea typeface="Hubot Sans"/>
                <a:cs typeface="Hubot Sans"/>
                <a:sym typeface="Hubot Sans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ubot Sans"/>
              <a:buNone/>
              <a:defRPr sz="2400" b="1">
                <a:latin typeface="Hubot Sans"/>
                <a:ea typeface="Hubot Sans"/>
                <a:cs typeface="Hubot Sans"/>
                <a:sym typeface="Hubot Sans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ubot Sans"/>
              <a:buNone/>
              <a:defRPr sz="2400" b="1">
                <a:latin typeface="Hubot Sans"/>
                <a:ea typeface="Hubot Sans"/>
                <a:cs typeface="Hubot Sans"/>
                <a:sym typeface="Hubot Sans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ubot Sans"/>
              <a:buNone/>
              <a:defRPr sz="2400" b="1">
                <a:latin typeface="Hubot Sans"/>
                <a:ea typeface="Hubot Sans"/>
                <a:cs typeface="Hubot Sans"/>
                <a:sym typeface="Hubot Sans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ubot Sans"/>
              <a:buNone/>
              <a:defRPr sz="2400" b="1">
                <a:latin typeface="Hubot Sans"/>
                <a:ea typeface="Hubot Sans"/>
                <a:cs typeface="Hubot Sans"/>
                <a:sym typeface="Hubot Sans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ubot Sans"/>
              <a:buNone/>
              <a:defRPr sz="2400" b="1">
                <a:latin typeface="Hubot Sans"/>
                <a:ea typeface="Hubot Sans"/>
                <a:cs typeface="Hubot Sans"/>
                <a:sym typeface="Hubot Sans"/>
              </a:defRPr>
            </a:lvl9pPr>
          </a:lstStyle>
          <a:p>
            <a:endParaRPr/>
          </a:p>
        </p:txBody>
      </p:sp>
      <p:sp>
        <p:nvSpPr>
          <p:cNvPr id="71" name="Google Shape;71;p13"/>
          <p:cNvSpPr txBox="1">
            <a:spLocks noGrp="1"/>
          </p:cNvSpPr>
          <p:nvPr>
            <p:ph type="subTitle" idx="9"/>
          </p:nvPr>
        </p:nvSpPr>
        <p:spPr>
          <a:xfrm>
            <a:off x="3207000" y="3968925"/>
            <a:ext cx="2854200" cy="67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ubot Sans"/>
              <a:buNone/>
              <a:defRPr sz="1600">
                <a:solidFill>
                  <a:schemeClr val="dk1"/>
                </a:solidFill>
                <a:latin typeface="Hubot Sans Medium"/>
                <a:ea typeface="Hubot Sans Medium"/>
                <a:cs typeface="Hubot Sans Medium"/>
                <a:sym typeface="Hubot Sans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ubot Sans"/>
              <a:buNone/>
              <a:defRPr sz="2400" b="1">
                <a:latin typeface="Hubot Sans"/>
                <a:ea typeface="Hubot Sans"/>
                <a:cs typeface="Hubot Sans"/>
                <a:sym typeface="Hubot Sans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ubot Sans"/>
              <a:buNone/>
              <a:defRPr sz="2400" b="1">
                <a:latin typeface="Hubot Sans"/>
                <a:ea typeface="Hubot Sans"/>
                <a:cs typeface="Hubot Sans"/>
                <a:sym typeface="Hubot Sans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ubot Sans"/>
              <a:buNone/>
              <a:defRPr sz="2400" b="1">
                <a:latin typeface="Hubot Sans"/>
                <a:ea typeface="Hubot Sans"/>
                <a:cs typeface="Hubot Sans"/>
                <a:sym typeface="Hubot Sans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ubot Sans"/>
              <a:buNone/>
              <a:defRPr sz="2400" b="1">
                <a:latin typeface="Hubot Sans"/>
                <a:ea typeface="Hubot Sans"/>
                <a:cs typeface="Hubot Sans"/>
                <a:sym typeface="Hubot Sans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ubot Sans"/>
              <a:buNone/>
              <a:defRPr sz="2400" b="1">
                <a:latin typeface="Hubot Sans"/>
                <a:ea typeface="Hubot Sans"/>
                <a:cs typeface="Hubot Sans"/>
                <a:sym typeface="Hubot Sans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ubot Sans"/>
              <a:buNone/>
              <a:defRPr sz="2400" b="1">
                <a:latin typeface="Hubot Sans"/>
                <a:ea typeface="Hubot Sans"/>
                <a:cs typeface="Hubot Sans"/>
                <a:sym typeface="Hubot Sans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ubot Sans"/>
              <a:buNone/>
              <a:defRPr sz="2400" b="1">
                <a:latin typeface="Hubot Sans"/>
                <a:ea typeface="Hubot Sans"/>
                <a:cs typeface="Hubot Sans"/>
                <a:sym typeface="Hubot Sans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ubot Sans"/>
              <a:buNone/>
              <a:defRPr sz="2400" b="1">
                <a:latin typeface="Hubot Sans"/>
                <a:ea typeface="Hubot Sans"/>
                <a:cs typeface="Hubot Sans"/>
                <a:sym typeface="Hubot Sans"/>
              </a:defRPr>
            </a:lvl9pPr>
          </a:lstStyle>
          <a:p>
            <a:endParaRPr/>
          </a:p>
        </p:txBody>
      </p:sp>
      <p:sp>
        <p:nvSpPr>
          <p:cNvPr id="72" name="Google Shape;72;p13"/>
          <p:cNvSpPr txBox="1">
            <a:spLocks noGrp="1"/>
          </p:cNvSpPr>
          <p:nvPr>
            <p:ph type="subTitle" idx="13"/>
          </p:nvPr>
        </p:nvSpPr>
        <p:spPr>
          <a:xfrm>
            <a:off x="6061210" y="975433"/>
            <a:ext cx="2854200" cy="67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ubot Sans"/>
              <a:buNone/>
              <a:defRPr sz="1600">
                <a:solidFill>
                  <a:schemeClr val="dk1"/>
                </a:solidFill>
                <a:latin typeface="Hubot Sans Medium"/>
                <a:ea typeface="Hubot Sans Medium"/>
                <a:cs typeface="Hubot Sans Medium"/>
                <a:sym typeface="Hubot Sans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ubot Sans"/>
              <a:buNone/>
              <a:defRPr sz="2400" b="1">
                <a:latin typeface="Hubot Sans"/>
                <a:ea typeface="Hubot Sans"/>
                <a:cs typeface="Hubot Sans"/>
                <a:sym typeface="Hubot Sans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ubot Sans"/>
              <a:buNone/>
              <a:defRPr sz="2400" b="1">
                <a:latin typeface="Hubot Sans"/>
                <a:ea typeface="Hubot Sans"/>
                <a:cs typeface="Hubot Sans"/>
                <a:sym typeface="Hubot Sans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ubot Sans"/>
              <a:buNone/>
              <a:defRPr sz="2400" b="1">
                <a:latin typeface="Hubot Sans"/>
                <a:ea typeface="Hubot Sans"/>
                <a:cs typeface="Hubot Sans"/>
                <a:sym typeface="Hubot Sans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ubot Sans"/>
              <a:buNone/>
              <a:defRPr sz="2400" b="1">
                <a:latin typeface="Hubot Sans"/>
                <a:ea typeface="Hubot Sans"/>
                <a:cs typeface="Hubot Sans"/>
                <a:sym typeface="Hubot Sans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ubot Sans"/>
              <a:buNone/>
              <a:defRPr sz="2400" b="1">
                <a:latin typeface="Hubot Sans"/>
                <a:ea typeface="Hubot Sans"/>
                <a:cs typeface="Hubot Sans"/>
                <a:sym typeface="Hubot Sans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ubot Sans"/>
              <a:buNone/>
              <a:defRPr sz="2400" b="1">
                <a:latin typeface="Hubot Sans"/>
                <a:ea typeface="Hubot Sans"/>
                <a:cs typeface="Hubot Sans"/>
                <a:sym typeface="Hubot Sans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ubot Sans"/>
              <a:buNone/>
              <a:defRPr sz="2400" b="1">
                <a:latin typeface="Hubot Sans"/>
                <a:ea typeface="Hubot Sans"/>
                <a:cs typeface="Hubot Sans"/>
                <a:sym typeface="Hubot Sans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ubot Sans"/>
              <a:buNone/>
              <a:defRPr sz="2400" b="1">
                <a:latin typeface="Hubot Sans"/>
                <a:ea typeface="Hubot Sans"/>
                <a:cs typeface="Hubot Sans"/>
                <a:sym typeface="Hubot Sans"/>
              </a:defRPr>
            </a:lvl9pPr>
          </a:lstStyle>
          <a:p>
            <a:endParaRPr/>
          </a:p>
        </p:txBody>
      </p:sp>
      <p:sp>
        <p:nvSpPr>
          <p:cNvPr id="73" name="Google Shape;73;p13"/>
          <p:cNvSpPr txBox="1">
            <a:spLocks noGrp="1"/>
          </p:cNvSpPr>
          <p:nvPr>
            <p:ph type="subTitle" idx="14"/>
          </p:nvPr>
        </p:nvSpPr>
        <p:spPr>
          <a:xfrm>
            <a:off x="6061210" y="2472179"/>
            <a:ext cx="2854200" cy="67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ubot Sans"/>
              <a:buNone/>
              <a:defRPr sz="1600">
                <a:solidFill>
                  <a:schemeClr val="dk1"/>
                </a:solidFill>
                <a:latin typeface="Hubot Sans Medium"/>
                <a:ea typeface="Hubot Sans Medium"/>
                <a:cs typeface="Hubot Sans Medium"/>
                <a:sym typeface="Hubot Sans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ubot Sans"/>
              <a:buNone/>
              <a:defRPr sz="2400" b="1">
                <a:latin typeface="Hubot Sans"/>
                <a:ea typeface="Hubot Sans"/>
                <a:cs typeface="Hubot Sans"/>
                <a:sym typeface="Hubot Sans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ubot Sans"/>
              <a:buNone/>
              <a:defRPr sz="2400" b="1">
                <a:latin typeface="Hubot Sans"/>
                <a:ea typeface="Hubot Sans"/>
                <a:cs typeface="Hubot Sans"/>
                <a:sym typeface="Hubot Sans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ubot Sans"/>
              <a:buNone/>
              <a:defRPr sz="2400" b="1">
                <a:latin typeface="Hubot Sans"/>
                <a:ea typeface="Hubot Sans"/>
                <a:cs typeface="Hubot Sans"/>
                <a:sym typeface="Hubot Sans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ubot Sans"/>
              <a:buNone/>
              <a:defRPr sz="2400" b="1">
                <a:latin typeface="Hubot Sans"/>
                <a:ea typeface="Hubot Sans"/>
                <a:cs typeface="Hubot Sans"/>
                <a:sym typeface="Hubot Sans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ubot Sans"/>
              <a:buNone/>
              <a:defRPr sz="2400" b="1">
                <a:latin typeface="Hubot Sans"/>
                <a:ea typeface="Hubot Sans"/>
                <a:cs typeface="Hubot Sans"/>
                <a:sym typeface="Hubot Sans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ubot Sans"/>
              <a:buNone/>
              <a:defRPr sz="2400" b="1">
                <a:latin typeface="Hubot Sans"/>
                <a:ea typeface="Hubot Sans"/>
                <a:cs typeface="Hubot Sans"/>
                <a:sym typeface="Hubot Sans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ubot Sans"/>
              <a:buNone/>
              <a:defRPr sz="2400" b="1">
                <a:latin typeface="Hubot Sans"/>
                <a:ea typeface="Hubot Sans"/>
                <a:cs typeface="Hubot Sans"/>
                <a:sym typeface="Hubot Sans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ubot Sans"/>
              <a:buNone/>
              <a:defRPr sz="2400" b="1">
                <a:latin typeface="Hubot Sans"/>
                <a:ea typeface="Hubot Sans"/>
                <a:cs typeface="Hubot Sans"/>
                <a:sym typeface="Hubot Sans"/>
              </a:defRPr>
            </a:lvl9pPr>
          </a:lstStyle>
          <a:p>
            <a:endParaRPr/>
          </a:p>
        </p:txBody>
      </p:sp>
      <p:sp>
        <p:nvSpPr>
          <p:cNvPr id="74" name="Google Shape;74;p13"/>
          <p:cNvSpPr txBox="1">
            <a:spLocks noGrp="1"/>
          </p:cNvSpPr>
          <p:nvPr>
            <p:ph type="subTitle" idx="15"/>
          </p:nvPr>
        </p:nvSpPr>
        <p:spPr>
          <a:xfrm>
            <a:off x="6061210" y="3968925"/>
            <a:ext cx="2854200" cy="67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ubot Sans"/>
              <a:buNone/>
              <a:defRPr sz="1600">
                <a:solidFill>
                  <a:schemeClr val="dk1"/>
                </a:solidFill>
                <a:latin typeface="Hubot Sans Medium"/>
                <a:ea typeface="Hubot Sans Medium"/>
                <a:cs typeface="Hubot Sans Medium"/>
                <a:sym typeface="Hubot Sans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ubot Sans"/>
              <a:buNone/>
              <a:defRPr sz="2400" b="1">
                <a:latin typeface="Hubot Sans"/>
                <a:ea typeface="Hubot Sans"/>
                <a:cs typeface="Hubot Sans"/>
                <a:sym typeface="Hubot Sans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ubot Sans"/>
              <a:buNone/>
              <a:defRPr sz="2400" b="1">
                <a:latin typeface="Hubot Sans"/>
                <a:ea typeface="Hubot Sans"/>
                <a:cs typeface="Hubot Sans"/>
                <a:sym typeface="Hubot Sans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ubot Sans"/>
              <a:buNone/>
              <a:defRPr sz="2400" b="1">
                <a:latin typeface="Hubot Sans"/>
                <a:ea typeface="Hubot Sans"/>
                <a:cs typeface="Hubot Sans"/>
                <a:sym typeface="Hubot Sans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ubot Sans"/>
              <a:buNone/>
              <a:defRPr sz="2400" b="1">
                <a:latin typeface="Hubot Sans"/>
                <a:ea typeface="Hubot Sans"/>
                <a:cs typeface="Hubot Sans"/>
                <a:sym typeface="Hubot Sans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ubot Sans"/>
              <a:buNone/>
              <a:defRPr sz="2400" b="1">
                <a:latin typeface="Hubot Sans"/>
                <a:ea typeface="Hubot Sans"/>
                <a:cs typeface="Hubot Sans"/>
                <a:sym typeface="Hubot Sans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ubot Sans"/>
              <a:buNone/>
              <a:defRPr sz="2400" b="1">
                <a:latin typeface="Hubot Sans"/>
                <a:ea typeface="Hubot Sans"/>
                <a:cs typeface="Hubot Sans"/>
                <a:sym typeface="Hubot Sans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ubot Sans"/>
              <a:buNone/>
              <a:defRPr sz="2400" b="1">
                <a:latin typeface="Hubot Sans"/>
                <a:ea typeface="Hubot Sans"/>
                <a:cs typeface="Hubot Sans"/>
                <a:sym typeface="Hubot Sans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ubot Sans"/>
              <a:buNone/>
              <a:defRPr sz="2400" b="1">
                <a:latin typeface="Hubot Sans"/>
                <a:ea typeface="Hubot Sans"/>
                <a:cs typeface="Hubot Sans"/>
                <a:sym typeface="Hubot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3">
  <p:cSld name="TITLE_ONLY_2_1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6" title="Sin título-2_Mesa de trabajo 1.jpg"/>
          <p:cNvPicPr preferRelativeResize="0"/>
          <p:nvPr/>
        </p:nvPicPr>
        <p:blipFill rotWithShape="1">
          <a:blip r:embed="rId2">
            <a:alphaModFix/>
          </a:blip>
          <a:srcRect l="12362" t="6762" r="824" b="6424"/>
          <a:stretch/>
        </p:blipFill>
        <p:spPr>
          <a:xfrm flipH="1">
            <a:off x="-1" y="-1"/>
            <a:ext cx="9144003" cy="51435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5" name="Google Shape;85;p16"/>
          <p:cNvCxnSpPr/>
          <p:nvPr/>
        </p:nvCxnSpPr>
        <p:spPr>
          <a:xfrm>
            <a:off x="0" y="5021950"/>
            <a:ext cx="91440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6" name="Google Shape;86;p16"/>
          <p:cNvSpPr txBox="1">
            <a:spLocks noGrp="1"/>
          </p:cNvSpPr>
          <p:nvPr>
            <p:ph type="title"/>
          </p:nvPr>
        </p:nvSpPr>
        <p:spPr>
          <a:xfrm>
            <a:off x="228600" y="228600"/>
            <a:ext cx="8686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ONE_COLUMN_TEXT_1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p17" title="Sin título-3_Mesa de trabajo 1.jp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rot="10800000" flipH="1">
            <a:off x="-1" y="-1"/>
            <a:ext cx="9144003" cy="51435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9" name="Google Shape;89;p17"/>
          <p:cNvCxnSpPr/>
          <p:nvPr/>
        </p:nvCxnSpPr>
        <p:spPr>
          <a:xfrm>
            <a:off x="0" y="5021950"/>
            <a:ext cx="91440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0" name="Google Shape;90;p17"/>
          <p:cNvSpPr txBox="1">
            <a:spLocks noGrp="1"/>
          </p:cNvSpPr>
          <p:nvPr>
            <p:ph type="title"/>
          </p:nvPr>
        </p:nvSpPr>
        <p:spPr>
          <a:xfrm>
            <a:off x="228600" y="265050"/>
            <a:ext cx="4304100" cy="2054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17"/>
          <p:cNvSpPr txBox="1">
            <a:spLocks noGrp="1"/>
          </p:cNvSpPr>
          <p:nvPr>
            <p:ph type="subTitle" idx="1"/>
          </p:nvPr>
        </p:nvSpPr>
        <p:spPr>
          <a:xfrm>
            <a:off x="2877125" y="2547600"/>
            <a:ext cx="6038400" cy="205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ONE_COLUMN_TEXT_2"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8" title="Sin título-2_Mesa de trabajo 1.jp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rot="10800000">
            <a:off x="-1" y="-1"/>
            <a:ext cx="9144003" cy="51435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4" name="Google Shape;94;p18"/>
          <p:cNvCxnSpPr/>
          <p:nvPr/>
        </p:nvCxnSpPr>
        <p:spPr>
          <a:xfrm>
            <a:off x="0" y="5021950"/>
            <a:ext cx="91440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5" name="Google Shape;95;p18"/>
          <p:cNvSpPr txBox="1">
            <a:spLocks noGrp="1"/>
          </p:cNvSpPr>
          <p:nvPr>
            <p:ph type="title"/>
          </p:nvPr>
        </p:nvSpPr>
        <p:spPr>
          <a:xfrm>
            <a:off x="228600" y="1205400"/>
            <a:ext cx="43233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18"/>
          <p:cNvSpPr txBox="1">
            <a:spLocks noGrp="1"/>
          </p:cNvSpPr>
          <p:nvPr>
            <p:ph type="subTitle" idx="1"/>
          </p:nvPr>
        </p:nvSpPr>
        <p:spPr>
          <a:xfrm>
            <a:off x="228600" y="1778100"/>
            <a:ext cx="4323300" cy="216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■"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●"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●"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○"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9pPr>
          </a:lstStyle>
          <a:p>
            <a:endParaRPr/>
          </a:p>
        </p:txBody>
      </p:sp>
      <p:sp>
        <p:nvSpPr>
          <p:cNvPr id="97" name="Google Shape;97;p18"/>
          <p:cNvSpPr>
            <a:spLocks noGrp="1"/>
          </p:cNvSpPr>
          <p:nvPr>
            <p:ph type="pic" idx="2"/>
          </p:nvPr>
        </p:nvSpPr>
        <p:spPr>
          <a:xfrm>
            <a:off x="5473200" y="228600"/>
            <a:ext cx="3442200" cy="46635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6"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19" title="Sin título-1_Mesa de trabajo 1.jp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flipH="1">
            <a:off x="-1" y="-1"/>
            <a:ext cx="9144003" cy="51435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0" name="Google Shape;100;p19"/>
          <p:cNvCxnSpPr/>
          <p:nvPr/>
        </p:nvCxnSpPr>
        <p:spPr>
          <a:xfrm>
            <a:off x="0" y="5021950"/>
            <a:ext cx="91440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1" name="Google Shape;101;p19"/>
          <p:cNvSpPr txBox="1">
            <a:spLocks noGrp="1"/>
          </p:cNvSpPr>
          <p:nvPr>
            <p:ph type="title"/>
          </p:nvPr>
        </p:nvSpPr>
        <p:spPr>
          <a:xfrm>
            <a:off x="228600" y="1879050"/>
            <a:ext cx="2405400" cy="138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19"/>
          <p:cNvSpPr txBox="1">
            <a:spLocks noGrp="1"/>
          </p:cNvSpPr>
          <p:nvPr>
            <p:ph type="subTitle" idx="1"/>
          </p:nvPr>
        </p:nvSpPr>
        <p:spPr>
          <a:xfrm>
            <a:off x="5745000" y="639156"/>
            <a:ext cx="3170400" cy="110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03" name="Google Shape;103;p19"/>
          <p:cNvSpPr txBox="1">
            <a:spLocks noGrp="1"/>
          </p:cNvSpPr>
          <p:nvPr>
            <p:ph type="subTitle" idx="2"/>
          </p:nvPr>
        </p:nvSpPr>
        <p:spPr>
          <a:xfrm>
            <a:off x="5745000" y="2017650"/>
            <a:ext cx="3170400" cy="92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19"/>
          <p:cNvSpPr txBox="1">
            <a:spLocks noGrp="1"/>
          </p:cNvSpPr>
          <p:nvPr>
            <p:ph type="subTitle" idx="3"/>
          </p:nvPr>
        </p:nvSpPr>
        <p:spPr>
          <a:xfrm>
            <a:off x="5745000" y="3211344"/>
            <a:ext cx="3170400" cy="129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19"/>
          <p:cNvSpPr txBox="1">
            <a:spLocks noGrp="1"/>
          </p:cNvSpPr>
          <p:nvPr>
            <p:ph type="subTitle" idx="4"/>
          </p:nvPr>
        </p:nvSpPr>
        <p:spPr>
          <a:xfrm>
            <a:off x="3416111" y="731556"/>
            <a:ext cx="2405400" cy="923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ubot Sans"/>
              <a:buNone/>
              <a:defRPr sz="1600">
                <a:solidFill>
                  <a:schemeClr val="dk1"/>
                </a:solidFill>
                <a:latin typeface="Hubot Sans Medium"/>
                <a:ea typeface="Hubot Sans Medium"/>
                <a:cs typeface="Hubot Sans Medium"/>
                <a:sym typeface="Hubot Sans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ubot Sans"/>
              <a:buNone/>
              <a:defRPr sz="2400" b="1">
                <a:latin typeface="Hubot Sans"/>
                <a:ea typeface="Hubot Sans"/>
                <a:cs typeface="Hubot Sans"/>
                <a:sym typeface="Hubot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ubot Sans"/>
              <a:buNone/>
              <a:defRPr sz="2400" b="1">
                <a:latin typeface="Hubot Sans"/>
                <a:ea typeface="Hubot Sans"/>
                <a:cs typeface="Hubot Sans"/>
                <a:sym typeface="Hubot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ubot Sans"/>
              <a:buNone/>
              <a:defRPr sz="2400" b="1">
                <a:latin typeface="Hubot Sans"/>
                <a:ea typeface="Hubot Sans"/>
                <a:cs typeface="Hubot Sans"/>
                <a:sym typeface="Hubo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ubot Sans"/>
              <a:buNone/>
              <a:defRPr sz="2400" b="1">
                <a:latin typeface="Hubot Sans"/>
                <a:ea typeface="Hubot Sans"/>
                <a:cs typeface="Hubot Sans"/>
                <a:sym typeface="Hubo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ubot Sans"/>
              <a:buNone/>
              <a:defRPr sz="2400" b="1">
                <a:latin typeface="Hubot Sans"/>
                <a:ea typeface="Hubot Sans"/>
                <a:cs typeface="Hubot Sans"/>
                <a:sym typeface="Hubo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ubot Sans"/>
              <a:buNone/>
              <a:defRPr sz="2400" b="1">
                <a:latin typeface="Hubot Sans"/>
                <a:ea typeface="Hubot Sans"/>
                <a:cs typeface="Hubot Sans"/>
                <a:sym typeface="Hubo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ubot Sans"/>
              <a:buNone/>
              <a:defRPr sz="2400" b="1">
                <a:latin typeface="Hubot Sans"/>
                <a:ea typeface="Hubot Sans"/>
                <a:cs typeface="Hubot Sans"/>
                <a:sym typeface="Hubo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ubot Sans"/>
              <a:buNone/>
              <a:defRPr sz="2400" b="1">
                <a:latin typeface="Hubot Sans"/>
                <a:ea typeface="Hubot Sans"/>
                <a:cs typeface="Hubot Sans"/>
                <a:sym typeface="Hubot Sans"/>
              </a:defRPr>
            </a:lvl9pPr>
          </a:lstStyle>
          <a:p>
            <a:endParaRPr/>
          </a:p>
        </p:txBody>
      </p:sp>
      <p:sp>
        <p:nvSpPr>
          <p:cNvPr id="106" name="Google Shape;106;p19"/>
          <p:cNvSpPr txBox="1">
            <a:spLocks noGrp="1"/>
          </p:cNvSpPr>
          <p:nvPr>
            <p:ph type="subTitle" idx="5"/>
          </p:nvPr>
        </p:nvSpPr>
        <p:spPr>
          <a:xfrm>
            <a:off x="3416111" y="2063850"/>
            <a:ext cx="2405400" cy="923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ubot Sans"/>
              <a:buNone/>
              <a:defRPr sz="1600">
                <a:solidFill>
                  <a:schemeClr val="dk1"/>
                </a:solidFill>
                <a:latin typeface="Hubot Sans Medium"/>
                <a:ea typeface="Hubot Sans Medium"/>
                <a:cs typeface="Hubot Sans Medium"/>
                <a:sym typeface="Hubot Sans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ubot Sans"/>
              <a:buNone/>
              <a:defRPr sz="2400" b="1">
                <a:latin typeface="Hubot Sans"/>
                <a:ea typeface="Hubot Sans"/>
                <a:cs typeface="Hubot Sans"/>
                <a:sym typeface="Hubot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ubot Sans"/>
              <a:buNone/>
              <a:defRPr sz="2400" b="1">
                <a:latin typeface="Hubot Sans"/>
                <a:ea typeface="Hubot Sans"/>
                <a:cs typeface="Hubot Sans"/>
                <a:sym typeface="Hubot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ubot Sans"/>
              <a:buNone/>
              <a:defRPr sz="2400" b="1">
                <a:latin typeface="Hubot Sans"/>
                <a:ea typeface="Hubot Sans"/>
                <a:cs typeface="Hubot Sans"/>
                <a:sym typeface="Hubo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ubot Sans"/>
              <a:buNone/>
              <a:defRPr sz="2400" b="1">
                <a:latin typeface="Hubot Sans"/>
                <a:ea typeface="Hubot Sans"/>
                <a:cs typeface="Hubot Sans"/>
                <a:sym typeface="Hubo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ubot Sans"/>
              <a:buNone/>
              <a:defRPr sz="2400" b="1">
                <a:latin typeface="Hubot Sans"/>
                <a:ea typeface="Hubot Sans"/>
                <a:cs typeface="Hubot Sans"/>
                <a:sym typeface="Hubo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ubot Sans"/>
              <a:buNone/>
              <a:defRPr sz="2400" b="1">
                <a:latin typeface="Hubot Sans"/>
                <a:ea typeface="Hubot Sans"/>
                <a:cs typeface="Hubot Sans"/>
                <a:sym typeface="Hubo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ubot Sans"/>
              <a:buNone/>
              <a:defRPr sz="2400" b="1">
                <a:latin typeface="Hubot Sans"/>
                <a:ea typeface="Hubot Sans"/>
                <a:cs typeface="Hubot Sans"/>
                <a:sym typeface="Hubo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ubot Sans"/>
              <a:buNone/>
              <a:defRPr sz="2400" b="1">
                <a:latin typeface="Hubot Sans"/>
                <a:ea typeface="Hubot Sans"/>
                <a:cs typeface="Hubot Sans"/>
                <a:sym typeface="Hubot Sans"/>
              </a:defRPr>
            </a:lvl9pPr>
          </a:lstStyle>
          <a:p>
            <a:endParaRPr/>
          </a:p>
        </p:txBody>
      </p:sp>
      <p:sp>
        <p:nvSpPr>
          <p:cNvPr id="107" name="Google Shape;107;p19"/>
          <p:cNvSpPr txBox="1">
            <a:spLocks noGrp="1"/>
          </p:cNvSpPr>
          <p:nvPr>
            <p:ph type="subTitle" idx="6"/>
          </p:nvPr>
        </p:nvSpPr>
        <p:spPr>
          <a:xfrm>
            <a:off x="3416111" y="3396144"/>
            <a:ext cx="2405400" cy="923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ubot Sans"/>
              <a:buNone/>
              <a:defRPr sz="1600">
                <a:solidFill>
                  <a:schemeClr val="dk1"/>
                </a:solidFill>
                <a:latin typeface="Hubot Sans Medium"/>
                <a:ea typeface="Hubot Sans Medium"/>
                <a:cs typeface="Hubot Sans Medium"/>
                <a:sym typeface="Hubot Sans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ubot Sans"/>
              <a:buNone/>
              <a:defRPr sz="2400" b="1">
                <a:latin typeface="Hubot Sans"/>
                <a:ea typeface="Hubot Sans"/>
                <a:cs typeface="Hubot Sans"/>
                <a:sym typeface="Hubot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ubot Sans"/>
              <a:buNone/>
              <a:defRPr sz="2400" b="1">
                <a:latin typeface="Hubot Sans"/>
                <a:ea typeface="Hubot Sans"/>
                <a:cs typeface="Hubot Sans"/>
                <a:sym typeface="Hubot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ubot Sans"/>
              <a:buNone/>
              <a:defRPr sz="2400" b="1">
                <a:latin typeface="Hubot Sans"/>
                <a:ea typeface="Hubot Sans"/>
                <a:cs typeface="Hubot Sans"/>
                <a:sym typeface="Hubo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ubot Sans"/>
              <a:buNone/>
              <a:defRPr sz="2400" b="1">
                <a:latin typeface="Hubot Sans"/>
                <a:ea typeface="Hubot Sans"/>
                <a:cs typeface="Hubot Sans"/>
                <a:sym typeface="Hubo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ubot Sans"/>
              <a:buNone/>
              <a:defRPr sz="2400" b="1">
                <a:latin typeface="Hubot Sans"/>
                <a:ea typeface="Hubot Sans"/>
                <a:cs typeface="Hubot Sans"/>
                <a:sym typeface="Hubo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ubot Sans"/>
              <a:buNone/>
              <a:defRPr sz="2400" b="1">
                <a:latin typeface="Hubot Sans"/>
                <a:ea typeface="Hubot Sans"/>
                <a:cs typeface="Hubot Sans"/>
                <a:sym typeface="Hubo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ubot Sans"/>
              <a:buNone/>
              <a:defRPr sz="2400" b="1">
                <a:latin typeface="Hubot Sans"/>
                <a:ea typeface="Hubot Sans"/>
                <a:cs typeface="Hubot Sans"/>
                <a:sym typeface="Hubo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ubot Sans"/>
              <a:buNone/>
              <a:defRPr sz="2400" b="1">
                <a:latin typeface="Hubot Sans"/>
                <a:ea typeface="Hubot Sans"/>
                <a:cs typeface="Hubot Sans"/>
                <a:sym typeface="Hubot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5"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p20" title="Sin título-2_Mesa de trabajo 1.jpg"/>
          <p:cNvPicPr preferRelativeResize="0"/>
          <p:nvPr/>
        </p:nvPicPr>
        <p:blipFill rotWithShape="1">
          <a:blip r:embed="rId2">
            <a:alphaModFix/>
          </a:blip>
          <a:srcRect l="14227" t="13768" r="731" b="1190"/>
          <a:stretch/>
        </p:blipFill>
        <p:spPr>
          <a:xfrm rot="10800000" flipH="1">
            <a:off x="-1" y="-1"/>
            <a:ext cx="9144003" cy="51435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0" name="Google Shape;110;p20"/>
          <p:cNvCxnSpPr/>
          <p:nvPr/>
        </p:nvCxnSpPr>
        <p:spPr>
          <a:xfrm>
            <a:off x="0" y="5021950"/>
            <a:ext cx="91440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1" name="Google Shape;111;p20"/>
          <p:cNvSpPr txBox="1">
            <a:spLocks noGrp="1"/>
          </p:cNvSpPr>
          <p:nvPr>
            <p:ph type="title"/>
          </p:nvPr>
        </p:nvSpPr>
        <p:spPr>
          <a:xfrm>
            <a:off x="228600" y="228600"/>
            <a:ext cx="8686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>
            <a:endParaRPr/>
          </a:p>
        </p:txBody>
      </p:sp>
      <p:sp>
        <p:nvSpPr>
          <p:cNvPr id="112" name="Google Shape;112;p20"/>
          <p:cNvSpPr txBox="1">
            <a:spLocks noGrp="1"/>
          </p:cNvSpPr>
          <p:nvPr>
            <p:ph type="subTitle" idx="1"/>
          </p:nvPr>
        </p:nvSpPr>
        <p:spPr>
          <a:xfrm>
            <a:off x="419126" y="1800938"/>
            <a:ext cx="3988200" cy="92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13" name="Google Shape;113;p20"/>
          <p:cNvSpPr txBox="1">
            <a:spLocks noGrp="1"/>
          </p:cNvSpPr>
          <p:nvPr>
            <p:ph type="subTitle" idx="2"/>
          </p:nvPr>
        </p:nvSpPr>
        <p:spPr>
          <a:xfrm>
            <a:off x="4736674" y="1800938"/>
            <a:ext cx="3988200" cy="92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p20"/>
          <p:cNvSpPr txBox="1">
            <a:spLocks noGrp="1"/>
          </p:cNvSpPr>
          <p:nvPr>
            <p:ph type="subTitle" idx="3"/>
          </p:nvPr>
        </p:nvSpPr>
        <p:spPr>
          <a:xfrm>
            <a:off x="419126" y="3569962"/>
            <a:ext cx="3988200" cy="92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15" name="Google Shape;115;p20"/>
          <p:cNvSpPr txBox="1">
            <a:spLocks noGrp="1"/>
          </p:cNvSpPr>
          <p:nvPr>
            <p:ph type="subTitle" idx="4"/>
          </p:nvPr>
        </p:nvSpPr>
        <p:spPr>
          <a:xfrm>
            <a:off x="4736674" y="3569962"/>
            <a:ext cx="3988200" cy="92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16" name="Google Shape;116;p20"/>
          <p:cNvSpPr txBox="1">
            <a:spLocks noGrp="1"/>
          </p:cNvSpPr>
          <p:nvPr>
            <p:ph type="subTitle" idx="5"/>
          </p:nvPr>
        </p:nvSpPr>
        <p:spPr>
          <a:xfrm>
            <a:off x="419127" y="1200038"/>
            <a:ext cx="3988200" cy="6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ubot Sans"/>
              <a:buNone/>
              <a:defRPr sz="1600">
                <a:solidFill>
                  <a:schemeClr val="dk1"/>
                </a:solidFill>
                <a:latin typeface="Hubot Sans Medium"/>
                <a:ea typeface="Hubot Sans Medium"/>
                <a:cs typeface="Hubot Sans Medium"/>
                <a:sym typeface="Hubot Sans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ubot Sans"/>
              <a:buNone/>
              <a:defRPr sz="2400" b="1">
                <a:latin typeface="Hubot Sans"/>
                <a:ea typeface="Hubot Sans"/>
                <a:cs typeface="Hubot Sans"/>
                <a:sym typeface="Hubot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ubot Sans"/>
              <a:buNone/>
              <a:defRPr sz="2400" b="1">
                <a:latin typeface="Hubot Sans"/>
                <a:ea typeface="Hubot Sans"/>
                <a:cs typeface="Hubot Sans"/>
                <a:sym typeface="Hubot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ubot Sans"/>
              <a:buNone/>
              <a:defRPr sz="2400" b="1">
                <a:latin typeface="Hubot Sans"/>
                <a:ea typeface="Hubot Sans"/>
                <a:cs typeface="Hubot Sans"/>
                <a:sym typeface="Hubo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ubot Sans"/>
              <a:buNone/>
              <a:defRPr sz="2400" b="1">
                <a:latin typeface="Hubot Sans"/>
                <a:ea typeface="Hubot Sans"/>
                <a:cs typeface="Hubot Sans"/>
                <a:sym typeface="Hubo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ubot Sans"/>
              <a:buNone/>
              <a:defRPr sz="2400" b="1">
                <a:latin typeface="Hubot Sans"/>
                <a:ea typeface="Hubot Sans"/>
                <a:cs typeface="Hubot Sans"/>
                <a:sym typeface="Hubo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ubot Sans"/>
              <a:buNone/>
              <a:defRPr sz="2400" b="1">
                <a:latin typeface="Hubot Sans"/>
                <a:ea typeface="Hubot Sans"/>
                <a:cs typeface="Hubot Sans"/>
                <a:sym typeface="Hubo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ubot Sans"/>
              <a:buNone/>
              <a:defRPr sz="2400" b="1">
                <a:latin typeface="Hubot Sans"/>
                <a:ea typeface="Hubot Sans"/>
                <a:cs typeface="Hubot Sans"/>
                <a:sym typeface="Hubo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ubot Sans"/>
              <a:buNone/>
              <a:defRPr sz="2400" b="1">
                <a:latin typeface="Hubot Sans"/>
                <a:ea typeface="Hubot Sans"/>
                <a:cs typeface="Hubot Sans"/>
                <a:sym typeface="Hubot Sans"/>
              </a:defRPr>
            </a:lvl9pPr>
          </a:lstStyle>
          <a:p>
            <a:endParaRPr/>
          </a:p>
        </p:txBody>
      </p:sp>
      <p:sp>
        <p:nvSpPr>
          <p:cNvPr id="117" name="Google Shape;117;p20"/>
          <p:cNvSpPr txBox="1">
            <a:spLocks noGrp="1"/>
          </p:cNvSpPr>
          <p:nvPr>
            <p:ph type="subTitle" idx="6"/>
          </p:nvPr>
        </p:nvSpPr>
        <p:spPr>
          <a:xfrm>
            <a:off x="419127" y="2969075"/>
            <a:ext cx="3988200" cy="6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ubot Sans"/>
              <a:buNone/>
              <a:defRPr sz="1600">
                <a:solidFill>
                  <a:schemeClr val="dk1"/>
                </a:solidFill>
                <a:latin typeface="Hubot Sans Medium"/>
                <a:ea typeface="Hubot Sans Medium"/>
                <a:cs typeface="Hubot Sans Medium"/>
                <a:sym typeface="Hubot Sans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ubot Sans"/>
              <a:buNone/>
              <a:defRPr sz="2400" b="1">
                <a:latin typeface="Hubot Sans"/>
                <a:ea typeface="Hubot Sans"/>
                <a:cs typeface="Hubot Sans"/>
                <a:sym typeface="Hubot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ubot Sans"/>
              <a:buNone/>
              <a:defRPr sz="2400" b="1">
                <a:latin typeface="Hubot Sans"/>
                <a:ea typeface="Hubot Sans"/>
                <a:cs typeface="Hubot Sans"/>
                <a:sym typeface="Hubot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ubot Sans"/>
              <a:buNone/>
              <a:defRPr sz="2400" b="1">
                <a:latin typeface="Hubot Sans"/>
                <a:ea typeface="Hubot Sans"/>
                <a:cs typeface="Hubot Sans"/>
                <a:sym typeface="Hubo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ubot Sans"/>
              <a:buNone/>
              <a:defRPr sz="2400" b="1">
                <a:latin typeface="Hubot Sans"/>
                <a:ea typeface="Hubot Sans"/>
                <a:cs typeface="Hubot Sans"/>
                <a:sym typeface="Hubo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ubot Sans"/>
              <a:buNone/>
              <a:defRPr sz="2400" b="1">
                <a:latin typeface="Hubot Sans"/>
                <a:ea typeface="Hubot Sans"/>
                <a:cs typeface="Hubot Sans"/>
                <a:sym typeface="Hubo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ubot Sans"/>
              <a:buNone/>
              <a:defRPr sz="2400" b="1">
                <a:latin typeface="Hubot Sans"/>
                <a:ea typeface="Hubot Sans"/>
                <a:cs typeface="Hubot Sans"/>
                <a:sym typeface="Hubo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ubot Sans"/>
              <a:buNone/>
              <a:defRPr sz="2400" b="1">
                <a:latin typeface="Hubot Sans"/>
                <a:ea typeface="Hubot Sans"/>
                <a:cs typeface="Hubot Sans"/>
                <a:sym typeface="Hubo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ubot Sans"/>
              <a:buNone/>
              <a:defRPr sz="2400" b="1">
                <a:latin typeface="Hubot Sans"/>
                <a:ea typeface="Hubot Sans"/>
                <a:cs typeface="Hubot Sans"/>
                <a:sym typeface="Hubot Sans"/>
              </a:defRPr>
            </a:lvl9pPr>
          </a:lstStyle>
          <a:p>
            <a:endParaRPr/>
          </a:p>
        </p:txBody>
      </p:sp>
      <p:sp>
        <p:nvSpPr>
          <p:cNvPr id="118" name="Google Shape;118;p20"/>
          <p:cNvSpPr txBox="1">
            <a:spLocks noGrp="1"/>
          </p:cNvSpPr>
          <p:nvPr>
            <p:ph type="subTitle" idx="7"/>
          </p:nvPr>
        </p:nvSpPr>
        <p:spPr>
          <a:xfrm>
            <a:off x="4736647" y="1200038"/>
            <a:ext cx="3988200" cy="6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ubot Sans"/>
              <a:buNone/>
              <a:defRPr sz="1600">
                <a:solidFill>
                  <a:schemeClr val="dk1"/>
                </a:solidFill>
                <a:latin typeface="Hubot Sans Medium"/>
                <a:ea typeface="Hubot Sans Medium"/>
                <a:cs typeface="Hubot Sans Medium"/>
                <a:sym typeface="Hubot Sans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ubot Sans"/>
              <a:buNone/>
              <a:defRPr sz="2400" b="1">
                <a:latin typeface="Hubot Sans"/>
                <a:ea typeface="Hubot Sans"/>
                <a:cs typeface="Hubot Sans"/>
                <a:sym typeface="Hubot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ubot Sans"/>
              <a:buNone/>
              <a:defRPr sz="2400" b="1">
                <a:latin typeface="Hubot Sans"/>
                <a:ea typeface="Hubot Sans"/>
                <a:cs typeface="Hubot Sans"/>
                <a:sym typeface="Hubot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ubot Sans"/>
              <a:buNone/>
              <a:defRPr sz="2400" b="1">
                <a:latin typeface="Hubot Sans"/>
                <a:ea typeface="Hubot Sans"/>
                <a:cs typeface="Hubot Sans"/>
                <a:sym typeface="Hubo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ubot Sans"/>
              <a:buNone/>
              <a:defRPr sz="2400" b="1">
                <a:latin typeface="Hubot Sans"/>
                <a:ea typeface="Hubot Sans"/>
                <a:cs typeface="Hubot Sans"/>
                <a:sym typeface="Hubo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ubot Sans"/>
              <a:buNone/>
              <a:defRPr sz="2400" b="1">
                <a:latin typeface="Hubot Sans"/>
                <a:ea typeface="Hubot Sans"/>
                <a:cs typeface="Hubot Sans"/>
                <a:sym typeface="Hubo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ubot Sans"/>
              <a:buNone/>
              <a:defRPr sz="2400" b="1">
                <a:latin typeface="Hubot Sans"/>
                <a:ea typeface="Hubot Sans"/>
                <a:cs typeface="Hubot Sans"/>
                <a:sym typeface="Hubo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ubot Sans"/>
              <a:buNone/>
              <a:defRPr sz="2400" b="1">
                <a:latin typeface="Hubot Sans"/>
                <a:ea typeface="Hubot Sans"/>
                <a:cs typeface="Hubot Sans"/>
                <a:sym typeface="Hubo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ubot Sans"/>
              <a:buNone/>
              <a:defRPr sz="2400" b="1">
                <a:latin typeface="Hubot Sans"/>
                <a:ea typeface="Hubot Sans"/>
                <a:cs typeface="Hubot Sans"/>
                <a:sym typeface="Hubot Sans"/>
              </a:defRPr>
            </a:lvl9pPr>
          </a:lstStyle>
          <a:p>
            <a:endParaRPr/>
          </a:p>
        </p:txBody>
      </p:sp>
      <p:sp>
        <p:nvSpPr>
          <p:cNvPr id="119" name="Google Shape;119;p20"/>
          <p:cNvSpPr txBox="1">
            <a:spLocks noGrp="1"/>
          </p:cNvSpPr>
          <p:nvPr>
            <p:ph type="subTitle" idx="8"/>
          </p:nvPr>
        </p:nvSpPr>
        <p:spPr>
          <a:xfrm>
            <a:off x="4736647" y="2969075"/>
            <a:ext cx="3988200" cy="6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ubot Sans"/>
              <a:buNone/>
              <a:defRPr sz="1600">
                <a:solidFill>
                  <a:schemeClr val="dk1"/>
                </a:solidFill>
                <a:latin typeface="Hubot Sans Medium"/>
                <a:ea typeface="Hubot Sans Medium"/>
                <a:cs typeface="Hubot Sans Medium"/>
                <a:sym typeface="Hubot Sans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ubot Sans"/>
              <a:buNone/>
              <a:defRPr sz="2400" b="1">
                <a:latin typeface="Hubot Sans"/>
                <a:ea typeface="Hubot Sans"/>
                <a:cs typeface="Hubot Sans"/>
                <a:sym typeface="Hubot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ubot Sans"/>
              <a:buNone/>
              <a:defRPr sz="2400" b="1">
                <a:latin typeface="Hubot Sans"/>
                <a:ea typeface="Hubot Sans"/>
                <a:cs typeface="Hubot Sans"/>
                <a:sym typeface="Hubot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ubot Sans"/>
              <a:buNone/>
              <a:defRPr sz="2400" b="1">
                <a:latin typeface="Hubot Sans"/>
                <a:ea typeface="Hubot Sans"/>
                <a:cs typeface="Hubot Sans"/>
                <a:sym typeface="Hubo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ubot Sans"/>
              <a:buNone/>
              <a:defRPr sz="2400" b="1">
                <a:latin typeface="Hubot Sans"/>
                <a:ea typeface="Hubot Sans"/>
                <a:cs typeface="Hubot Sans"/>
                <a:sym typeface="Hubo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ubot Sans"/>
              <a:buNone/>
              <a:defRPr sz="2400" b="1">
                <a:latin typeface="Hubot Sans"/>
                <a:ea typeface="Hubot Sans"/>
                <a:cs typeface="Hubot Sans"/>
                <a:sym typeface="Hubo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ubot Sans"/>
              <a:buNone/>
              <a:defRPr sz="2400" b="1">
                <a:latin typeface="Hubot Sans"/>
                <a:ea typeface="Hubot Sans"/>
                <a:cs typeface="Hubot Sans"/>
                <a:sym typeface="Hubo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ubot Sans"/>
              <a:buNone/>
              <a:defRPr sz="2400" b="1">
                <a:latin typeface="Hubot Sans"/>
                <a:ea typeface="Hubot Sans"/>
                <a:cs typeface="Hubot Sans"/>
                <a:sym typeface="Hubo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ubot Sans"/>
              <a:buNone/>
              <a:defRPr sz="2400" b="1">
                <a:latin typeface="Hubot Sans"/>
                <a:ea typeface="Hubot Sans"/>
                <a:cs typeface="Hubot Sans"/>
                <a:sym typeface="Hubot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CUSTOM_8"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Google Shape;121;p21" title="fondo 1_Mesa de trabajo 1.jp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rot="10800000">
            <a:off x="-1" y="-1"/>
            <a:ext cx="9144003" cy="51435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2" name="Google Shape;122;p21"/>
          <p:cNvCxnSpPr/>
          <p:nvPr/>
        </p:nvCxnSpPr>
        <p:spPr>
          <a:xfrm>
            <a:off x="0" y="5021950"/>
            <a:ext cx="91440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3" name="Google Shape;123;p21"/>
          <p:cNvSpPr txBox="1">
            <a:spLocks noGrp="1"/>
          </p:cNvSpPr>
          <p:nvPr>
            <p:ph type="title" hasCustomPrompt="1"/>
          </p:nvPr>
        </p:nvSpPr>
        <p:spPr>
          <a:xfrm>
            <a:off x="5619000" y="1866929"/>
            <a:ext cx="3296400" cy="800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4" name="Google Shape;124;p21"/>
          <p:cNvSpPr txBox="1">
            <a:spLocks noGrp="1"/>
          </p:cNvSpPr>
          <p:nvPr>
            <p:ph type="subTitle" idx="1"/>
          </p:nvPr>
        </p:nvSpPr>
        <p:spPr>
          <a:xfrm>
            <a:off x="5619000" y="2591125"/>
            <a:ext cx="3296400" cy="36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125" name="Google Shape;125;p21"/>
          <p:cNvSpPr txBox="1">
            <a:spLocks noGrp="1"/>
          </p:cNvSpPr>
          <p:nvPr>
            <p:ph type="title" idx="2" hasCustomPrompt="1"/>
          </p:nvPr>
        </p:nvSpPr>
        <p:spPr>
          <a:xfrm>
            <a:off x="228600" y="3162275"/>
            <a:ext cx="4752600" cy="9543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5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6" name="Google Shape;126;p21"/>
          <p:cNvSpPr txBox="1">
            <a:spLocks noGrp="1"/>
          </p:cNvSpPr>
          <p:nvPr>
            <p:ph type="subTitle" idx="3"/>
          </p:nvPr>
        </p:nvSpPr>
        <p:spPr>
          <a:xfrm>
            <a:off x="300900" y="4195625"/>
            <a:ext cx="4608000" cy="40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127" name="Google Shape;127;p21"/>
          <p:cNvSpPr txBox="1">
            <a:spLocks noGrp="1"/>
          </p:cNvSpPr>
          <p:nvPr>
            <p:ph type="title" idx="4" hasCustomPrompt="1"/>
          </p:nvPr>
        </p:nvSpPr>
        <p:spPr>
          <a:xfrm>
            <a:off x="5619000" y="544825"/>
            <a:ext cx="3296400" cy="800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8" name="Google Shape;128;p21"/>
          <p:cNvSpPr txBox="1">
            <a:spLocks noGrp="1"/>
          </p:cNvSpPr>
          <p:nvPr>
            <p:ph type="subTitle" idx="5"/>
          </p:nvPr>
        </p:nvSpPr>
        <p:spPr>
          <a:xfrm>
            <a:off x="5619000" y="1269021"/>
            <a:ext cx="3296400" cy="36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23" title="alternative1_Mesa de trabajo 1.jp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flipH="1">
            <a:off x="-1" y="-1"/>
            <a:ext cx="9144003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" name="Google Shape;138;p24" title="alternative2_Mesa de trabajo 1.jp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flipH="1">
            <a:off x="-1" y="-1"/>
            <a:ext cx="9144003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Hubot Sans Medium"/>
              <a:buNone/>
              <a:defRPr sz="2600">
                <a:solidFill>
                  <a:schemeClr val="dk1"/>
                </a:solidFill>
                <a:latin typeface="Hubot Sans Medium"/>
                <a:ea typeface="Hubot Sans Medium"/>
                <a:cs typeface="Hubot Sans Medium"/>
                <a:sym typeface="Hubot Sans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Hubot Sans Medium"/>
              <a:buNone/>
              <a:defRPr sz="2600">
                <a:solidFill>
                  <a:schemeClr val="dk1"/>
                </a:solidFill>
                <a:latin typeface="Hubot Sans Medium"/>
                <a:ea typeface="Hubot Sans Medium"/>
                <a:cs typeface="Hubot Sans Medium"/>
                <a:sym typeface="Hubot Sans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Hubot Sans Medium"/>
              <a:buNone/>
              <a:defRPr sz="2600">
                <a:solidFill>
                  <a:schemeClr val="dk1"/>
                </a:solidFill>
                <a:latin typeface="Hubot Sans Medium"/>
                <a:ea typeface="Hubot Sans Medium"/>
                <a:cs typeface="Hubot Sans Medium"/>
                <a:sym typeface="Hubot Sans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Hubot Sans Medium"/>
              <a:buNone/>
              <a:defRPr sz="2600">
                <a:solidFill>
                  <a:schemeClr val="dk1"/>
                </a:solidFill>
                <a:latin typeface="Hubot Sans Medium"/>
                <a:ea typeface="Hubot Sans Medium"/>
                <a:cs typeface="Hubot Sans Medium"/>
                <a:sym typeface="Hubot Sans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Hubot Sans Medium"/>
              <a:buNone/>
              <a:defRPr sz="2600">
                <a:solidFill>
                  <a:schemeClr val="dk1"/>
                </a:solidFill>
                <a:latin typeface="Hubot Sans Medium"/>
                <a:ea typeface="Hubot Sans Medium"/>
                <a:cs typeface="Hubot Sans Medium"/>
                <a:sym typeface="Hubot Sans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Hubot Sans Medium"/>
              <a:buNone/>
              <a:defRPr sz="2600">
                <a:solidFill>
                  <a:schemeClr val="dk1"/>
                </a:solidFill>
                <a:latin typeface="Hubot Sans Medium"/>
                <a:ea typeface="Hubot Sans Medium"/>
                <a:cs typeface="Hubot Sans Medium"/>
                <a:sym typeface="Hubot Sans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Hubot Sans Medium"/>
              <a:buNone/>
              <a:defRPr sz="2600">
                <a:solidFill>
                  <a:schemeClr val="dk1"/>
                </a:solidFill>
                <a:latin typeface="Hubot Sans Medium"/>
                <a:ea typeface="Hubot Sans Medium"/>
                <a:cs typeface="Hubot Sans Medium"/>
                <a:sym typeface="Hubot Sans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Hubot Sans Medium"/>
              <a:buNone/>
              <a:defRPr sz="2600">
                <a:solidFill>
                  <a:schemeClr val="dk1"/>
                </a:solidFill>
                <a:latin typeface="Hubot Sans Medium"/>
                <a:ea typeface="Hubot Sans Medium"/>
                <a:cs typeface="Hubot Sans Medium"/>
                <a:sym typeface="Hubot Sans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Hubot Sans Medium"/>
              <a:buNone/>
              <a:defRPr sz="2600">
                <a:solidFill>
                  <a:schemeClr val="dk1"/>
                </a:solidFill>
                <a:latin typeface="Hubot Sans Medium"/>
                <a:ea typeface="Hubot Sans Medium"/>
                <a:cs typeface="Hubot Sans Medium"/>
                <a:sym typeface="Hubot Sans Medium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Char char="●"/>
              <a:defRPr sz="120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Char char="○"/>
              <a:defRPr sz="120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Char char="■"/>
              <a:defRPr sz="120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Char char="●"/>
              <a:defRPr sz="120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Char char="○"/>
              <a:defRPr sz="120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Char char="■"/>
              <a:defRPr sz="120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Char char="●"/>
              <a:defRPr sz="120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Char char="○"/>
              <a:defRPr sz="120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Char char="■"/>
              <a:defRPr sz="120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2" r:id="rId12"/>
    <p:sldLayoutId id="2147483663" r:id="rId13"/>
    <p:sldLayoutId id="2147483664" r:id="rId14"/>
    <p:sldLayoutId id="2147483665" r:id="rId15"/>
    <p:sldLayoutId id="2147483666" r:id="rId16"/>
    <p:sldLayoutId id="2147483667" r:id="rId17"/>
    <p:sldLayoutId id="2147483669" r:id="rId18"/>
    <p:sldLayoutId id="2147483670" r:id="rId19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9"/>
          <p:cNvSpPr txBox="1">
            <a:spLocks noGrp="1"/>
          </p:cNvSpPr>
          <p:nvPr>
            <p:ph type="ctrTitle"/>
          </p:nvPr>
        </p:nvSpPr>
        <p:spPr>
          <a:xfrm>
            <a:off x="228600" y="1713275"/>
            <a:ext cx="7601100" cy="290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Multi-Modal Stock Price Prediction</a:t>
            </a:r>
            <a:br>
              <a:rPr lang="en-US" dirty="0"/>
            </a:br>
            <a:endParaRPr lang="en-US" dirty="0"/>
          </a:p>
        </p:txBody>
      </p:sp>
      <p:sp>
        <p:nvSpPr>
          <p:cNvPr id="157" name="Google Shape;157;p29"/>
          <p:cNvSpPr txBox="1"/>
          <p:nvPr/>
        </p:nvSpPr>
        <p:spPr>
          <a:xfrm>
            <a:off x="7439697" y="136199"/>
            <a:ext cx="1475706" cy="3617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00" dirty="0">
                <a:solidFill>
                  <a:schemeClr val="dk1"/>
                </a:solidFill>
                <a:latin typeface="Hubot Sans Medium"/>
                <a:ea typeface="Hubot Sans Medium"/>
                <a:cs typeface="Hubot Sans Medium"/>
                <a:sym typeface="Hubot Sans Medium"/>
              </a:rPr>
              <a:t>December 8, 2025</a:t>
            </a:r>
          </a:p>
        </p:txBody>
      </p:sp>
      <p:sp>
        <p:nvSpPr>
          <p:cNvPr id="158" name="Google Shape;158;p29"/>
          <p:cNvSpPr txBox="1"/>
          <p:nvPr/>
        </p:nvSpPr>
        <p:spPr>
          <a:xfrm>
            <a:off x="3129565" y="167100"/>
            <a:ext cx="2052035" cy="279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800" dirty="0">
                <a:solidFill>
                  <a:schemeClr val="dk1"/>
                </a:solidFill>
                <a:latin typeface="Hubot Sans Medium"/>
                <a:ea typeface="Hubot Sans Medium"/>
                <a:cs typeface="Hubot Sans Medium"/>
                <a:sym typeface="Hubot Sans Medium"/>
              </a:rPr>
              <a:t>DATS 6303 - Deep Learning (Fall 2025)</a:t>
            </a:r>
          </a:p>
        </p:txBody>
      </p:sp>
      <p:sp>
        <p:nvSpPr>
          <p:cNvPr id="159" name="Google Shape;159;p29"/>
          <p:cNvSpPr txBox="1"/>
          <p:nvPr/>
        </p:nvSpPr>
        <p:spPr>
          <a:xfrm>
            <a:off x="418998" y="345175"/>
            <a:ext cx="1995152" cy="8072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sv-SE" sz="1200" dirty="0">
                <a:solidFill>
                  <a:schemeClr val="dk1"/>
                </a:solidFill>
                <a:latin typeface="Hubot Sans Medium"/>
                <a:ea typeface="Hubot Sans Medium"/>
                <a:cs typeface="Hubot Sans Medium"/>
                <a:sym typeface="Hubot Sans Medium"/>
              </a:rPr>
              <a:t>Adarsh Singh </a:t>
            </a: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sv-SE" sz="1200" dirty="0">
                <a:solidFill>
                  <a:schemeClr val="dk1"/>
                </a:solidFill>
                <a:latin typeface="Hubot Sans Medium"/>
                <a:ea typeface="Hubot Sans Medium"/>
                <a:cs typeface="Hubot Sans Medium"/>
                <a:sym typeface="Hubot Sans Medium"/>
              </a:rPr>
              <a:t>Venkatesh Nagarjuna Mayur Patil</a:t>
            </a:r>
          </a:p>
        </p:txBody>
      </p:sp>
      <p:sp>
        <p:nvSpPr>
          <p:cNvPr id="4" name="Google Shape;158;p29">
            <a:extLst>
              <a:ext uri="{FF2B5EF4-FFF2-40B4-BE49-F238E27FC236}">
                <a16:creationId xmlns:a16="http://schemas.microsoft.com/office/drawing/2014/main" id="{438EBCA8-D0F9-2BA9-2351-6785E15D95AE}"/>
              </a:ext>
            </a:extLst>
          </p:cNvPr>
          <p:cNvSpPr txBox="1"/>
          <p:nvPr/>
        </p:nvSpPr>
        <p:spPr>
          <a:xfrm>
            <a:off x="127395" y="179654"/>
            <a:ext cx="978794" cy="279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dirty="0">
                <a:solidFill>
                  <a:schemeClr val="dk1"/>
                </a:solidFill>
                <a:latin typeface="Hubot Sans Medium"/>
                <a:ea typeface="Hubot Sans Medium"/>
                <a:cs typeface="Hubot Sans Medium"/>
                <a:sym typeface="Hubot Sans Medium"/>
              </a:rPr>
              <a:t>G</a:t>
            </a:r>
            <a:r>
              <a:rPr lang="en-IN" sz="800" dirty="0" err="1">
                <a:solidFill>
                  <a:schemeClr val="dk1"/>
                </a:solidFill>
                <a:latin typeface="Hubot Sans Medium"/>
                <a:ea typeface="Hubot Sans Medium"/>
                <a:cs typeface="Hubot Sans Medium"/>
                <a:sym typeface="Hubot Sans Medium"/>
              </a:rPr>
              <a:t>roup</a:t>
            </a:r>
            <a:r>
              <a:rPr lang="en-IN" sz="800" dirty="0">
                <a:solidFill>
                  <a:schemeClr val="dk1"/>
                </a:solidFill>
                <a:latin typeface="Hubot Sans Medium"/>
                <a:ea typeface="Hubot Sans Medium"/>
                <a:cs typeface="Hubot Sans Medium"/>
                <a:sym typeface="Hubot Sans Medium"/>
              </a:rPr>
              <a:t> 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1"/>
          <p:cNvSpPr txBox="1">
            <a:spLocks noGrp="1"/>
          </p:cNvSpPr>
          <p:nvPr>
            <p:ph type="title"/>
          </p:nvPr>
        </p:nvSpPr>
        <p:spPr>
          <a:xfrm>
            <a:off x="228600" y="1879050"/>
            <a:ext cx="2500500" cy="138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AGENDA</a:t>
            </a:r>
            <a:endParaRPr dirty="0"/>
          </a:p>
        </p:txBody>
      </p:sp>
      <p:sp>
        <p:nvSpPr>
          <p:cNvPr id="206" name="Google Shape;206;p31"/>
          <p:cNvSpPr txBox="1">
            <a:spLocks noGrp="1"/>
          </p:cNvSpPr>
          <p:nvPr>
            <p:ph type="title" idx="2"/>
          </p:nvPr>
        </p:nvSpPr>
        <p:spPr>
          <a:xfrm>
            <a:off x="3207000" y="497492"/>
            <a:ext cx="909900" cy="554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207" name="Google Shape;207;p31"/>
          <p:cNvSpPr txBox="1">
            <a:spLocks noGrp="1"/>
          </p:cNvSpPr>
          <p:nvPr>
            <p:ph type="title" idx="3"/>
          </p:nvPr>
        </p:nvSpPr>
        <p:spPr>
          <a:xfrm>
            <a:off x="6061210" y="497475"/>
            <a:ext cx="909900" cy="554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208" name="Google Shape;208;p31"/>
          <p:cNvSpPr txBox="1">
            <a:spLocks noGrp="1"/>
          </p:cNvSpPr>
          <p:nvPr>
            <p:ph type="title" idx="4"/>
          </p:nvPr>
        </p:nvSpPr>
        <p:spPr>
          <a:xfrm>
            <a:off x="3207000" y="1996176"/>
            <a:ext cx="909900" cy="554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209" name="Google Shape;209;p31"/>
          <p:cNvSpPr txBox="1">
            <a:spLocks noGrp="1"/>
          </p:cNvSpPr>
          <p:nvPr>
            <p:ph type="title" idx="5"/>
          </p:nvPr>
        </p:nvSpPr>
        <p:spPr>
          <a:xfrm>
            <a:off x="6061210" y="1996167"/>
            <a:ext cx="909900" cy="554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05</a:t>
            </a:r>
            <a:endParaRPr dirty="0"/>
          </a:p>
        </p:txBody>
      </p:sp>
      <p:sp>
        <p:nvSpPr>
          <p:cNvPr id="210" name="Google Shape;210;p31"/>
          <p:cNvSpPr txBox="1">
            <a:spLocks noGrp="1"/>
          </p:cNvSpPr>
          <p:nvPr>
            <p:ph type="title" idx="6"/>
          </p:nvPr>
        </p:nvSpPr>
        <p:spPr>
          <a:xfrm>
            <a:off x="3207000" y="3494859"/>
            <a:ext cx="909900" cy="554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211" name="Google Shape;211;p31"/>
          <p:cNvSpPr txBox="1">
            <a:spLocks noGrp="1"/>
          </p:cNvSpPr>
          <p:nvPr>
            <p:ph type="title" idx="7"/>
          </p:nvPr>
        </p:nvSpPr>
        <p:spPr>
          <a:xfrm>
            <a:off x="6061210" y="3494859"/>
            <a:ext cx="909900" cy="554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06</a:t>
            </a:r>
            <a:endParaRPr dirty="0"/>
          </a:p>
        </p:txBody>
      </p:sp>
      <p:sp>
        <p:nvSpPr>
          <p:cNvPr id="212" name="Google Shape;212;p31"/>
          <p:cNvSpPr txBox="1">
            <a:spLocks noGrp="1"/>
          </p:cNvSpPr>
          <p:nvPr>
            <p:ph type="subTitle" idx="1"/>
          </p:nvPr>
        </p:nvSpPr>
        <p:spPr>
          <a:xfrm>
            <a:off x="3207000" y="975383"/>
            <a:ext cx="2854200" cy="67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INTRODUCTION</a:t>
            </a:r>
            <a:endParaRPr dirty="0"/>
          </a:p>
        </p:txBody>
      </p:sp>
      <p:sp>
        <p:nvSpPr>
          <p:cNvPr id="213" name="Google Shape;213;p31"/>
          <p:cNvSpPr txBox="1">
            <a:spLocks noGrp="1"/>
          </p:cNvSpPr>
          <p:nvPr>
            <p:ph type="subTitle" idx="8"/>
          </p:nvPr>
        </p:nvSpPr>
        <p:spPr>
          <a:xfrm>
            <a:off x="3207000" y="2472154"/>
            <a:ext cx="2854200" cy="67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DATASET OVERVIEW</a:t>
            </a:r>
            <a:endParaRPr dirty="0"/>
          </a:p>
        </p:txBody>
      </p:sp>
      <p:sp>
        <p:nvSpPr>
          <p:cNvPr id="214" name="Google Shape;214;p31"/>
          <p:cNvSpPr txBox="1">
            <a:spLocks noGrp="1"/>
          </p:cNvSpPr>
          <p:nvPr>
            <p:ph type="subTitle" idx="9"/>
          </p:nvPr>
        </p:nvSpPr>
        <p:spPr>
          <a:xfrm>
            <a:off x="3207000" y="3968925"/>
            <a:ext cx="2854200" cy="67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DATA PREPARATION</a:t>
            </a:r>
            <a:endParaRPr dirty="0"/>
          </a:p>
        </p:txBody>
      </p:sp>
      <p:sp>
        <p:nvSpPr>
          <p:cNvPr id="215" name="Google Shape;215;p31"/>
          <p:cNvSpPr txBox="1">
            <a:spLocks noGrp="1"/>
          </p:cNvSpPr>
          <p:nvPr>
            <p:ph type="subTitle" idx="13"/>
          </p:nvPr>
        </p:nvSpPr>
        <p:spPr>
          <a:xfrm>
            <a:off x="6061210" y="975433"/>
            <a:ext cx="2854200" cy="67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MODEL DEVELOPMENT</a:t>
            </a:r>
            <a:endParaRPr dirty="0"/>
          </a:p>
        </p:txBody>
      </p:sp>
      <p:sp>
        <p:nvSpPr>
          <p:cNvPr id="216" name="Google Shape;216;p31"/>
          <p:cNvSpPr txBox="1">
            <a:spLocks noGrp="1"/>
          </p:cNvSpPr>
          <p:nvPr>
            <p:ph type="subTitle" idx="14"/>
          </p:nvPr>
        </p:nvSpPr>
        <p:spPr>
          <a:xfrm>
            <a:off x="6061210" y="2472179"/>
            <a:ext cx="2854200" cy="67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RESULTS</a:t>
            </a:r>
            <a:endParaRPr dirty="0"/>
          </a:p>
        </p:txBody>
      </p:sp>
      <p:sp>
        <p:nvSpPr>
          <p:cNvPr id="217" name="Google Shape;217;p31"/>
          <p:cNvSpPr txBox="1">
            <a:spLocks noGrp="1"/>
          </p:cNvSpPr>
          <p:nvPr>
            <p:ph type="subTitle" idx="15"/>
          </p:nvPr>
        </p:nvSpPr>
        <p:spPr>
          <a:xfrm>
            <a:off x="6061210" y="3968925"/>
            <a:ext cx="2854200" cy="67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CONCLUSION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33"/>
          <p:cNvSpPr txBox="1">
            <a:spLocks noGrp="1"/>
          </p:cNvSpPr>
          <p:nvPr>
            <p:ph type="title"/>
          </p:nvPr>
        </p:nvSpPr>
        <p:spPr>
          <a:xfrm>
            <a:off x="228600" y="1196325"/>
            <a:ext cx="6985200" cy="2276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INTRODUCTION</a:t>
            </a:r>
            <a:endParaRPr dirty="0"/>
          </a:p>
        </p:txBody>
      </p:sp>
      <p:sp>
        <p:nvSpPr>
          <p:cNvPr id="230" name="Google Shape;230;p33"/>
          <p:cNvSpPr txBox="1">
            <a:spLocks noGrp="1"/>
          </p:cNvSpPr>
          <p:nvPr>
            <p:ph type="title" idx="2"/>
          </p:nvPr>
        </p:nvSpPr>
        <p:spPr>
          <a:xfrm>
            <a:off x="228600" y="3396943"/>
            <a:ext cx="1235700" cy="1108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4"/>
          <p:cNvSpPr txBox="1">
            <a:spLocks noGrp="1"/>
          </p:cNvSpPr>
          <p:nvPr>
            <p:ph type="title"/>
          </p:nvPr>
        </p:nvSpPr>
        <p:spPr>
          <a:xfrm>
            <a:off x="228600" y="265050"/>
            <a:ext cx="4304100" cy="2054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PROBLEM STATEMENT</a:t>
            </a:r>
          </a:p>
        </p:txBody>
      </p:sp>
      <p:sp>
        <p:nvSpPr>
          <p:cNvPr id="237" name="Google Shape;237;p34"/>
          <p:cNvSpPr txBox="1">
            <a:spLocks noGrp="1"/>
          </p:cNvSpPr>
          <p:nvPr>
            <p:ph type="subTitle" idx="1"/>
          </p:nvPr>
        </p:nvSpPr>
        <p:spPr>
          <a:xfrm>
            <a:off x="2322490" y="2547600"/>
            <a:ext cx="6593035" cy="205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Challenge: Stock price prediction is complex due to interplay between quantitative patterns and qualitative news information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indent="0">
              <a:buNone/>
            </a:pPr>
            <a:r>
              <a:rPr lang="en-IN" dirty="0"/>
              <a:t>Traditional Approaches: Focus on either technical analysis OR sentiment analysis in isolation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US" dirty="0"/>
              <a:t>Our Solution: Multi-modal deep learning system that fuses technical indicators with financial news sentiment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Target: Predict SPY &amp; QQQ closing prices using LSTM neural networks</a:t>
            </a:r>
          </a:p>
          <a:p>
            <a:pPr marL="0" indent="0"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Real-World Impact: Improved predictions enable better algorithmic trading strategies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35"/>
          <p:cNvSpPr txBox="1">
            <a:spLocks noGrp="1"/>
          </p:cNvSpPr>
          <p:nvPr>
            <p:ph type="title"/>
          </p:nvPr>
        </p:nvSpPr>
        <p:spPr>
          <a:xfrm>
            <a:off x="228600" y="228600"/>
            <a:ext cx="8686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PROJECT OBJECTIVES</a:t>
            </a:r>
            <a:endParaRPr dirty="0"/>
          </a:p>
        </p:txBody>
      </p:sp>
      <p:sp>
        <p:nvSpPr>
          <p:cNvPr id="245" name="Google Shape;245;p35"/>
          <p:cNvSpPr txBox="1">
            <a:spLocks noGrp="1"/>
          </p:cNvSpPr>
          <p:nvPr>
            <p:ph type="subTitle" idx="2"/>
          </p:nvPr>
        </p:nvSpPr>
        <p:spPr>
          <a:xfrm>
            <a:off x="228599" y="1903486"/>
            <a:ext cx="7648977" cy="147729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Task Type: Regression (predict continuous closing price values)</a:t>
            </a: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Scope: Selective stocks (SPY, QQQ), daily predictions, 2-year historical data</a:t>
            </a:r>
          </a:p>
          <a:p>
            <a:pPr marL="0" indent="0">
              <a:lnSpc>
                <a:spcPct val="150000"/>
              </a:lnSpc>
            </a:pPr>
            <a:r>
              <a:rPr lang="en-US" dirty="0"/>
              <a:t>Technical Focus: LSTM architecture with comprehensive regularization</a:t>
            </a:r>
          </a:p>
          <a:p>
            <a:pPr marL="0" indent="0">
              <a:lnSpc>
                <a:spcPct val="150000"/>
              </a:lnSpc>
            </a:pPr>
            <a:r>
              <a:rPr lang="en-US" dirty="0"/>
              <a:t>Expected Outcome: Demonstrate that multi-modal approach outperforms single-source baselines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</p:txBody>
      </p:sp>
      <p:sp>
        <p:nvSpPr>
          <p:cNvPr id="246" name="Google Shape;246;p35"/>
          <p:cNvSpPr txBox="1">
            <a:spLocks noGrp="1"/>
          </p:cNvSpPr>
          <p:nvPr>
            <p:ph type="subTitle" idx="3"/>
          </p:nvPr>
        </p:nvSpPr>
        <p:spPr>
          <a:xfrm>
            <a:off x="228600" y="1548588"/>
            <a:ext cx="7490138" cy="431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Primary Goal: Develop a </a:t>
            </a:r>
            <a:r>
              <a:rPr lang="en-US" dirty="0" err="1"/>
              <a:t>PyTorch</a:t>
            </a:r>
            <a:r>
              <a:rPr lang="en-US" dirty="0"/>
              <a:t> LSTM model that integrates technical indicators and news sentiment to predict closing prices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8">
          <a:extLst>
            <a:ext uri="{FF2B5EF4-FFF2-40B4-BE49-F238E27FC236}">
              <a16:creationId xmlns:a16="http://schemas.microsoft.com/office/drawing/2014/main" id="{B60F59D9-474C-F041-BCA6-6EE6CC59E2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33">
            <a:extLst>
              <a:ext uri="{FF2B5EF4-FFF2-40B4-BE49-F238E27FC236}">
                <a16:creationId xmlns:a16="http://schemas.microsoft.com/office/drawing/2014/main" id="{CEA15A48-5973-2766-37CB-CF5608591B0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28599" y="1196325"/>
            <a:ext cx="7485845" cy="2276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DATASET OVERVIEW</a:t>
            </a:r>
            <a:endParaRPr dirty="0"/>
          </a:p>
        </p:txBody>
      </p:sp>
      <p:sp>
        <p:nvSpPr>
          <p:cNvPr id="230" name="Google Shape;230;p33">
            <a:extLst>
              <a:ext uri="{FF2B5EF4-FFF2-40B4-BE49-F238E27FC236}">
                <a16:creationId xmlns:a16="http://schemas.microsoft.com/office/drawing/2014/main" id="{90728622-F04D-1B06-1F68-10C2132C5824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228600" y="3396943"/>
            <a:ext cx="1235700" cy="1108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02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9385991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8">
          <a:extLst>
            <a:ext uri="{FF2B5EF4-FFF2-40B4-BE49-F238E27FC236}">
              <a16:creationId xmlns:a16="http://schemas.microsoft.com/office/drawing/2014/main" id="{4D8D1795-B4B8-55AE-5B49-2997435063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41">
            <a:extLst>
              <a:ext uri="{FF2B5EF4-FFF2-40B4-BE49-F238E27FC236}">
                <a16:creationId xmlns:a16="http://schemas.microsoft.com/office/drawing/2014/main" id="{F95827BA-AC9C-7BC6-DDA7-04484023455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28600" y="228600"/>
            <a:ext cx="8686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DATACARD</a:t>
            </a:r>
            <a:endParaRPr dirty="0"/>
          </a:p>
        </p:txBody>
      </p:sp>
      <p:graphicFrame>
        <p:nvGraphicFramePr>
          <p:cNvPr id="320" name="Google Shape;320;p41">
            <a:extLst>
              <a:ext uri="{FF2B5EF4-FFF2-40B4-BE49-F238E27FC236}">
                <a16:creationId xmlns:a16="http://schemas.microsoft.com/office/drawing/2014/main" id="{18F81FC3-A5CA-E920-BB14-293F6957A98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5439997"/>
              </p:ext>
            </p:extLst>
          </p:nvPr>
        </p:nvGraphicFramePr>
        <p:xfrm>
          <a:off x="228600" y="922625"/>
          <a:ext cx="4201732" cy="3908475"/>
        </p:xfrm>
        <a:graphic>
          <a:graphicData uri="http://schemas.openxmlformats.org/drawingml/2006/table">
            <a:tbl>
              <a:tblPr>
                <a:noFill/>
                <a:tableStyleId>{6404B7D1-C35B-4641-ADC9-F3B53C5F9266}</a:tableStyleId>
              </a:tblPr>
              <a:tblGrid>
                <a:gridCol w="22599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417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525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dirty="0">
                          <a:solidFill>
                            <a:schemeClr val="dk1"/>
                          </a:solidFill>
                          <a:latin typeface="Hubot Sans Medium"/>
                          <a:ea typeface="Hubot Sans Medium"/>
                          <a:cs typeface="Hubot Sans Medium"/>
                          <a:sym typeface="Hubot Sans Medium"/>
                        </a:rPr>
                        <a:t>COMPONENT</a:t>
                      </a:r>
                      <a:endParaRPr sz="1200" dirty="0">
                        <a:solidFill>
                          <a:schemeClr val="dk1"/>
                        </a:solidFill>
                        <a:latin typeface="Hubot Sans Medium"/>
                        <a:ea typeface="Hubot Sans Medium"/>
                        <a:cs typeface="Hubot Sans Medium"/>
                        <a:sym typeface="Hubot Sans Medium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dirty="0">
                          <a:solidFill>
                            <a:schemeClr val="dk1"/>
                          </a:solidFill>
                          <a:latin typeface="Hubot Sans Medium"/>
                          <a:ea typeface="Hubot Sans Medium"/>
                          <a:cs typeface="Hubot Sans Medium"/>
                          <a:sym typeface="Hubot Sans Medium"/>
                        </a:rPr>
                        <a:t>DESCRIPTION</a:t>
                      </a:r>
                      <a:endParaRPr sz="1200" dirty="0">
                        <a:solidFill>
                          <a:schemeClr val="dk1"/>
                        </a:solidFill>
                        <a:latin typeface="Hubot Sans Medium"/>
                        <a:ea typeface="Hubot Sans Medium"/>
                        <a:cs typeface="Hubot Sans Medium"/>
                        <a:sym typeface="Hubot Sans Medium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92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00" dirty="0">
                          <a:solidFill>
                            <a:schemeClr val="dk1"/>
                          </a:solidFill>
                          <a:latin typeface="Work Sans Medium"/>
                          <a:ea typeface="Work Sans Medium"/>
                          <a:cs typeface="Work Sans Medium"/>
                          <a:sym typeface="Work Sans Medium"/>
                        </a:rPr>
                        <a:t>Stock Data</a:t>
                      </a: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>
                          <a:solidFill>
                            <a:schemeClr val="dk1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SPY (SPDR S&amp;P 500 ETF Trust) and QQQ from Yahoo Finance via </a:t>
                      </a:r>
                      <a:r>
                        <a:rPr lang="en-US" sz="1000" dirty="0" err="1">
                          <a:solidFill>
                            <a:schemeClr val="dk1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yfinance</a:t>
                      </a:r>
                      <a:endParaRPr lang="en-US" sz="1000" dirty="0">
                        <a:solidFill>
                          <a:schemeClr val="dk1"/>
                        </a:solidFill>
                        <a:latin typeface="Work Sans"/>
                        <a:ea typeface="Work Sans"/>
                        <a:cs typeface="Work Sans"/>
                        <a:sym typeface="Work San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dirty="0">
                        <a:solidFill>
                          <a:schemeClr val="dk1"/>
                        </a:solidFill>
                        <a:latin typeface="Work Sans"/>
                        <a:ea typeface="Work Sans"/>
                        <a:cs typeface="Work Sans"/>
                        <a:sym typeface="Work Sans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92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00" dirty="0">
                          <a:solidFill>
                            <a:schemeClr val="dk1"/>
                          </a:solidFill>
                          <a:latin typeface="Work Sans Medium"/>
                          <a:ea typeface="Work Sans Medium"/>
                          <a:cs typeface="Work Sans Medium"/>
                          <a:sym typeface="Work Sans Medium"/>
                        </a:rPr>
                        <a:t>News Data</a:t>
                      </a: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>
                          <a:solidFill>
                            <a:schemeClr val="dk1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Financial news sentiment from Alpha Vantage News API</a:t>
                      </a: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92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dirty="0">
                          <a:solidFill>
                            <a:schemeClr val="dk1"/>
                          </a:solidFill>
                          <a:latin typeface="Work Sans Medium"/>
                          <a:ea typeface="Work Sans Medium"/>
                          <a:cs typeface="Work Sans Medium"/>
                          <a:sym typeface="Work Sans Medium"/>
                        </a:rPr>
                        <a:t>Date Range</a:t>
                      </a:r>
                      <a:endParaRPr sz="1000" dirty="0">
                        <a:solidFill>
                          <a:schemeClr val="dk1"/>
                        </a:solidFill>
                        <a:latin typeface="Work Sans Medium"/>
                        <a:ea typeface="Work Sans Medium"/>
                        <a:cs typeface="Work Sans Medium"/>
                        <a:sym typeface="Work Sans Medium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>
                          <a:solidFill>
                            <a:schemeClr val="dk1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April 16, 2024 – November 26, 2025</a:t>
                      </a: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92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dirty="0">
                          <a:solidFill>
                            <a:schemeClr val="dk1"/>
                          </a:solidFill>
                          <a:latin typeface="Work Sans Medium"/>
                          <a:ea typeface="Work Sans Medium"/>
                          <a:cs typeface="Work Sans Medium"/>
                          <a:sym typeface="Work Sans Medium"/>
                        </a:rPr>
                        <a:t>Data Modality</a:t>
                      </a:r>
                      <a:endParaRPr sz="1000" dirty="0">
                        <a:solidFill>
                          <a:schemeClr val="dk1"/>
                        </a:solidFill>
                        <a:latin typeface="Work Sans Medium"/>
                        <a:ea typeface="Work Sans Medium"/>
                        <a:cs typeface="Work Sans Medium"/>
                        <a:sym typeface="Work Sans Medium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00" dirty="0">
                          <a:solidFill>
                            <a:schemeClr val="dk1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Time series: OHLCV prices + sentiment scores</a:t>
                      </a: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92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dirty="0">
                          <a:solidFill>
                            <a:schemeClr val="dk1"/>
                          </a:solidFill>
                          <a:latin typeface="Work Sans Medium"/>
                          <a:ea typeface="Work Sans Medium"/>
                          <a:cs typeface="Work Sans Medium"/>
                          <a:sym typeface="Work Sans Medium"/>
                        </a:rPr>
                        <a:t>Target Variable</a:t>
                      </a:r>
                      <a:endParaRPr sz="1000" dirty="0">
                        <a:solidFill>
                          <a:schemeClr val="dk1"/>
                        </a:solidFill>
                        <a:latin typeface="Work Sans Medium"/>
                        <a:ea typeface="Work Sans Medium"/>
                        <a:cs typeface="Work Sans Medium"/>
                        <a:sym typeface="Work Sans Medium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>
                          <a:solidFill>
                            <a:schemeClr val="dk1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Next-day closing price (continuous regression)</a:t>
                      </a: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92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dirty="0">
                          <a:solidFill>
                            <a:schemeClr val="dk1"/>
                          </a:solidFill>
                          <a:latin typeface="Work Sans Medium"/>
                          <a:ea typeface="Work Sans Medium"/>
                          <a:cs typeface="Work Sans Medium"/>
                          <a:sym typeface="Work Sans Medium"/>
                        </a:rPr>
                        <a:t>Sequence Length</a:t>
                      </a:r>
                      <a:endParaRPr sz="1000" dirty="0">
                        <a:solidFill>
                          <a:schemeClr val="dk1"/>
                        </a:solidFill>
                        <a:latin typeface="Work Sans Medium"/>
                        <a:ea typeface="Work Sans Medium"/>
                        <a:cs typeface="Work Sans Medium"/>
                        <a:sym typeface="Work Sans Medium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>
                          <a:solidFill>
                            <a:schemeClr val="dk1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30-day sliding windows for LSTM input</a:t>
                      </a: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21" name="Google Shape;321;p41">
            <a:extLst>
              <a:ext uri="{FF2B5EF4-FFF2-40B4-BE49-F238E27FC236}">
                <a16:creationId xmlns:a16="http://schemas.microsoft.com/office/drawing/2014/main" id="{55D9B082-9D9B-0520-93D4-8D48130A6268}"/>
              </a:ext>
            </a:extLst>
          </p:cNvPr>
          <p:cNvSpPr txBox="1"/>
          <p:nvPr/>
        </p:nvSpPr>
        <p:spPr>
          <a:xfrm>
            <a:off x="4572000" y="1659691"/>
            <a:ext cx="13956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solidFill>
                  <a:schemeClr val="dk1"/>
                </a:solidFill>
                <a:latin typeface="Hubot Sans Medium"/>
                <a:ea typeface="Hubot Sans Medium"/>
                <a:cs typeface="Hubot Sans Medium"/>
                <a:sym typeface="Hubot Sans Medium"/>
              </a:rPr>
              <a:t>407</a:t>
            </a:r>
            <a:endParaRPr sz="1600" dirty="0">
              <a:solidFill>
                <a:schemeClr val="dk1"/>
              </a:solidFill>
              <a:latin typeface="Hubot Sans Medium"/>
              <a:ea typeface="Hubot Sans Medium"/>
              <a:cs typeface="Hubot Sans Medium"/>
              <a:sym typeface="Hubot Sans Medium"/>
            </a:endParaRPr>
          </a:p>
        </p:txBody>
      </p:sp>
      <p:sp>
        <p:nvSpPr>
          <p:cNvPr id="322" name="Google Shape;322;p41">
            <a:extLst>
              <a:ext uri="{FF2B5EF4-FFF2-40B4-BE49-F238E27FC236}">
                <a16:creationId xmlns:a16="http://schemas.microsoft.com/office/drawing/2014/main" id="{C533E4FF-E4DB-92C9-75F1-910A29ED7401}"/>
              </a:ext>
            </a:extLst>
          </p:cNvPr>
          <p:cNvSpPr txBox="1"/>
          <p:nvPr/>
        </p:nvSpPr>
        <p:spPr>
          <a:xfrm>
            <a:off x="6074223" y="1659691"/>
            <a:ext cx="13956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solidFill>
                  <a:schemeClr val="dk1"/>
                </a:solidFill>
                <a:latin typeface="Hubot Sans Medium"/>
                <a:ea typeface="Hubot Sans Medium"/>
                <a:cs typeface="Hubot Sans Medium"/>
                <a:sym typeface="Hubot Sans Medium"/>
              </a:rPr>
              <a:t>377</a:t>
            </a:r>
            <a:endParaRPr sz="1600" dirty="0">
              <a:solidFill>
                <a:schemeClr val="dk1"/>
              </a:solidFill>
              <a:latin typeface="Hubot Sans Medium"/>
              <a:ea typeface="Hubot Sans Medium"/>
              <a:cs typeface="Hubot Sans Medium"/>
              <a:sym typeface="Hubot Sans Medium"/>
            </a:endParaRPr>
          </a:p>
        </p:txBody>
      </p:sp>
      <p:sp>
        <p:nvSpPr>
          <p:cNvPr id="323" name="Google Shape;323;p41">
            <a:extLst>
              <a:ext uri="{FF2B5EF4-FFF2-40B4-BE49-F238E27FC236}">
                <a16:creationId xmlns:a16="http://schemas.microsoft.com/office/drawing/2014/main" id="{789E2353-4EDD-2AF9-DB88-4F1C8D5CD6BF}"/>
              </a:ext>
            </a:extLst>
          </p:cNvPr>
          <p:cNvSpPr txBox="1"/>
          <p:nvPr/>
        </p:nvSpPr>
        <p:spPr>
          <a:xfrm>
            <a:off x="7469823" y="1659716"/>
            <a:ext cx="159698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dirty="0">
                <a:solidFill>
                  <a:schemeClr val="dk1"/>
                </a:solidFill>
                <a:latin typeface="Hubot Sans Medium"/>
                <a:ea typeface="Hubot Sans Medium"/>
                <a:cs typeface="Hubot Sans Medium"/>
                <a:sym typeface="Hubot Sans Medium"/>
              </a:rPr>
              <a:t>43  (39T + 4S)</a:t>
            </a:r>
          </a:p>
        </p:txBody>
      </p:sp>
      <p:sp>
        <p:nvSpPr>
          <p:cNvPr id="324" name="Google Shape;324;p41">
            <a:extLst>
              <a:ext uri="{FF2B5EF4-FFF2-40B4-BE49-F238E27FC236}">
                <a16:creationId xmlns:a16="http://schemas.microsoft.com/office/drawing/2014/main" id="{651399EB-5DE7-9D39-E1D8-E2428153EA60}"/>
              </a:ext>
            </a:extLst>
          </p:cNvPr>
          <p:cNvSpPr txBox="1"/>
          <p:nvPr/>
        </p:nvSpPr>
        <p:spPr>
          <a:xfrm>
            <a:off x="4572000" y="2014591"/>
            <a:ext cx="159698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00" dirty="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Total Trading Days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chemeClr val="dk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325" name="Google Shape;325;p41">
            <a:extLst>
              <a:ext uri="{FF2B5EF4-FFF2-40B4-BE49-F238E27FC236}">
                <a16:creationId xmlns:a16="http://schemas.microsoft.com/office/drawing/2014/main" id="{F8A5DC2B-0461-2DF0-1313-75E92AA81BD7}"/>
              </a:ext>
            </a:extLst>
          </p:cNvPr>
          <p:cNvSpPr txBox="1"/>
          <p:nvPr/>
        </p:nvSpPr>
        <p:spPr>
          <a:xfrm>
            <a:off x="6074223" y="2014591"/>
            <a:ext cx="1532898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00" dirty="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Total Sequences</a:t>
            </a:r>
          </a:p>
        </p:txBody>
      </p:sp>
      <p:sp>
        <p:nvSpPr>
          <p:cNvPr id="326" name="Google Shape;326;p41">
            <a:extLst>
              <a:ext uri="{FF2B5EF4-FFF2-40B4-BE49-F238E27FC236}">
                <a16:creationId xmlns:a16="http://schemas.microsoft.com/office/drawing/2014/main" id="{C8540983-865D-7C7A-D64E-D6424F9F392A}"/>
              </a:ext>
            </a:extLst>
          </p:cNvPr>
          <p:cNvSpPr txBox="1"/>
          <p:nvPr/>
        </p:nvSpPr>
        <p:spPr>
          <a:xfrm>
            <a:off x="7469826" y="2014591"/>
            <a:ext cx="1721397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IN" sz="1200" dirty="0">
                <a:solidFill>
                  <a:srgbClr val="334155"/>
                </a:solidFill>
              </a:rPr>
              <a:t>Input Features / Day</a:t>
            </a:r>
          </a:p>
        </p:txBody>
      </p:sp>
      <p:sp>
        <p:nvSpPr>
          <p:cNvPr id="2" name="Google Shape;321;p41">
            <a:extLst>
              <a:ext uri="{FF2B5EF4-FFF2-40B4-BE49-F238E27FC236}">
                <a16:creationId xmlns:a16="http://schemas.microsoft.com/office/drawing/2014/main" id="{E9AC5D38-1935-0628-703A-A865851A529D}"/>
              </a:ext>
            </a:extLst>
          </p:cNvPr>
          <p:cNvSpPr txBox="1"/>
          <p:nvPr/>
        </p:nvSpPr>
        <p:spPr>
          <a:xfrm>
            <a:off x="4572000" y="2593410"/>
            <a:ext cx="13956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solidFill>
                  <a:schemeClr val="dk1"/>
                </a:solidFill>
                <a:latin typeface="Hubot Sans Medium"/>
                <a:ea typeface="Hubot Sans Medium"/>
                <a:cs typeface="Hubot Sans Medium"/>
                <a:sym typeface="Hubot Sans Medium"/>
              </a:rPr>
              <a:t>263 (70%)</a:t>
            </a:r>
            <a:endParaRPr sz="1600" dirty="0">
              <a:solidFill>
                <a:schemeClr val="dk1"/>
              </a:solidFill>
              <a:latin typeface="Hubot Sans Medium"/>
              <a:ea typeface="Hubot Sans Medium"/>
              <a:cs typeface="Hubot Sans Medium"/>
              <a:sym typeface="Hubot Sans Medium"/>
            </a:endParaRPr>
          </a:p>
        </p:txBody>
      </p:sp>
      <p:sp>
        <p:nvSpPr>
          <p:cNvPr id="3" name="Google Shape;322;p41">
            <a:extLst>
              <a:ext uri="{FF2B5EF4-FFF2-40B4-BE49-F238E27FC236}">
                <a16:creationId xmlns:a16="http://schemas.microsoft.com/office/drawing/2014/main" id="{93050BCB-460C-7A15-3E62-764A9FCD1526}"/>
              </a:ext>
            </a:extLst>
          </p:cNvPr>
          <p:cNvSpPr txBox="1"/>
          <p:nvPr/>
        </p:nvSpPr>
        <p:spPr>
          <a:xfrm>
            <a:off x="6074223" y="2593410"/>
            <a:ext cx="13956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solidFill>
                  <a:schemeClr val="dk1"/>
                </a:solidFill>
                <a:latin typeface="Hubot Sans Medium"/>
                <a:ea typeface="Hubot Sans Medium"/>
                <a:cs typeface="Hubot Sans Medium"/>
                <a:sym typeface="Hubot Sans Medium"/>
              </a:rPr>
              <a:t>56 (15%)</a:t>
            </a:r>
            <a:endParaRPr sz="1600" dirty="0">
              <a:solidFill>
                <a:schemeClr val="dk1"/>
              </a:solidFill>
              <a:latin typeface="Hubot Sans Medium"/>
              <a:ea typeface="Hubot Sans Medium"/>
              <a:cs typeface="Hubot Sans Medium"/>
              <a:sym typeface="Hubot Sans Medium"/>
            </a:endParaRPr>
          </a:p>
        </p:txBody>
      </p:sp>
      <p:sp>
        <p:nvSpPr>
          <p:cNvPr id="4" name="Google Shape;323;p41">
            <a:extLst>
              <a:ext uri="{FF2B5EF4-FFF2-40B4-BE49-F238E27FC236}">
                <a16:creationId xmlns:a16="http://schemas.microsoft.com/office/drawing/2014/main" id="{60AC851A-8A16-84FF-A159-50ADD124B49F}"/>
              </a:ext>
            </a:extLst>
          </p:cNvPr>
          <p:cNvSpPr txBox="1"/>
          <p:nvPr/>
        </p:nvSpPr>
        <p:spPr>
          <a:xfrm>
            <a:off x="7469826" y="2593435"/>
            <a:ext cx="13956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solidFill>
                  <a:schemeClr val="dk1"/>
                </a:solidFill>
                <a:latin typeface="Hubot Sans Medium"/>
                <a:ea typeface="Hubot Sans Medium"/>
                <a:cs typeface="Hubot Sans Medium"/>
                <a:sym typeface="Hubot Sans Medium"/>
              </a:rPr>
              <a:t>58 (15%)</a:t>
            </a:r>
            <a:endParaRPr sz="1600" dirty="0">
              <a:solidFill>
                <a:schemeClr val="dk1"/>
              </a:solidFill>
              <a:latin typeface="Hubot Sans Medium"/>
              <a:ea typeface="Hubot Sans Medium"/>
              <a:cs typeface="Hubot Sans Medium"/>
              <a:sym typeface="Hubot Sans Medium"/>
            </a:endParaRPr>
          </a:p>
        </p:txBody>
      </p:sp>
      <p:sp>
        <p:nvSpPr>
          <p:cNvPr id="5" name="Google Shape;324;p41">
            <a:extLst>
              <a:ext uri="{FF2B5EF4-FFF2-40B4-BE49-F238E27FC236}">
                <a16:creationId xmlns:a16="http://schemas.microsoft.com/office/drawing/2014/main" id="{278836B4-450E-BEE9-C605-6666FF57DFFE}"/>
              </a:ext>
            </a:extLst>
          </p:cNvPr>
          <p:cNvSpPr txBox="1"/>
          <p:nvPr/>
        </p:nvSpPr>
        <p:spPr>
          <a:xfrm>
            <a:off x="4571999" y="2948310"/>
            <a:ext cx="1635617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00" dirty="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Training Set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chemeClr val="dk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6" name="Google Shape;325;p41">
            <a:extLst>
              <a:ext uri="{FF2B5EF4-FFF2-40B4-BE49-F238E27FC236}">
                <a16:creationId xmlns:a16="http://schemas.microsoft.com/office/drawing/2014/main" id="{F1E93CF3-5F7B-C683-8569-FEFC3C9C2A73}"/>
              </a:ext>
            </a:extLst>
          </p:cNvPr>
          <p:cNvSpPr txBox="1"/>
          <p:nvPr/>
        </p:nvSpPr>
        <p:spPr>
          <a:xfrm>
            <a:off x="6074223" y="2948310"/>
            <a:ext cx="1395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00" dirty="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Validation Set</a:t>
            </a:r>
          </a:p>
        </p:txBody>
      </p:sp>
      <p:sp>
        <p:nvSpPr>
          <p:cNvPr id="7" name="Google Shape;326;p41">
            <a:extLst>
              <a:ext uri="{FF2B5EF4-FFF2-40B4-BE49-F238E27FC236}">
                <a16:creationId xmlns:a16="http://schemas.microsoft.com/office/drawing/2014/main" id="{742FC0D9-B1D3-E939-B2EF-C99E69683758}"/>
              </a:ext>
            </a:extLst>
          </p:cNvPr>
          <p:cNvSpPr txBox="1"/>
          <p:nvPr/>
        </p:nvSpPr>
        <p:spPr>
          <a:xfrm>
            <a:off x="7469826" y="2948310"/>
            <a:ext cx="1395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Test Set</a:t>
            </a:r>
            <a:endParaRPr sz="1200" dirty="0">
              <a:solidFill>
                <a:schemeClr val="dk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</p:spTree>
    <p:extLst>
      <p:ext uri="{BB962C8B-B14F-4D97-AF65-F5344CB8AC3E}">
        <p14:creationId xmlns:p14="http://schemas.microsoft.com/office/powerpoint/2010/main" val="5410638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8">
          <a:extLst>
            <a:ext uri="{FF2B5EF4-FFF2-40B4-BE49-F238E27FC236}">
              <a16:creationId xmlns:a16="http://schemas.microsoft.com/office/drawing/2014/main" id="{F329BE3F-023A-7C29-F4A3-4C13E9267E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33">
            <a:extLst>
              <a:ext uri="{FF2B5EF4-FFF2-40B4-BE49-F238E27FC236}">
                <a16:creationId xmlns:a16="http://schemas.microsoft.com/office/drawing/2014/main" id="{93F6C929-527C-FF01-5770-5D83C1B5D66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28599" y="1196325"/>
            <a:ext cx="7485845" cy="2276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DATA PREPARATION</a:t>
            </a:r>
            <a:endParaRPr dirty="0"/>
          </a:p>
        </p:txBody>
      </p:sp>
      <p:sp>
        <p:nvSpPr>
          <p:cNvPr id="230" name="Google Shape;230;p33">
            <a:extLst>
              <a:ext uri="{FF2B5EF4-FFF2-40B4-BE49-F238E27FC236}">
                <a16:creationId xmlns:a16="http://schemas.microsoft.com/office/drawing/2014/main" id="{8066CA55-0DFF-2792-3DC4-43DE7687048D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228600" y="3396943"/>
            <a:ext cx="1235700" cy="1108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03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7810944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36"/>
          <p:cNvSpPr txBox="1">
            <a:spLocks noGrp="1"/>
          </p:cNvSpPr>
          <p:nvPr>
            <p:ph type="title"/>
          </p:nvPr>
        </p:nvSpPr>
        <p:spPr>
          <a:xfrm>
            <a:off x="228599" y="1879050"/>
            <a:ext cx="3187511" cy="138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DATA PREPROCESSING PIPELINE</a:t>
            </a:r>
            <a:endParaRPr dirty="0"/>
          </a:p>
        </p:txBody>
      </p:sp>
      <p:sp>
        <p:nvSpPr>
          <p:cNvPr id="252" name="Google Shape;252;p36"/>
          <p:cNvSpPr txBox="1">
            <a:spLocks noGrp="1"/>
          </p:cNvSpPr>
          <p:nvPr>
            <p:ph type="subTitle" idx="4"/>
          </p:nvPr>
        </p:nvSpPr>
        <p:spPr>
          <a:xfrm>
            <a:off x="3790681" y="743310"/>
            <a:ext cx="1185940" cy="30304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01</a:t>
            </a:r>
            <a:endParaRPr dirty="0"/>
          </a:p>
        </p:txBody>
      </p:sp>
      <p:sp>
        <p:nvSpPr>
          <p:cNvPr id="254" name="Google Shape;254;p36"/>
          <p:cNvSpPr txBox="1">
            <a:spLocks noGrp="1"/>
          </p:cNvSpPr>
          <p:nvPr>
            <p:ph type="subTitle" idx="1"/>
          </p:nvPr>
        </p:nvSpPr>
        <p:spPr>
          <a:xfrm>
            <a:off x="4976621" y="636690"/>
            <a:ext cx="3094200" cy="51135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Data Collection through APIs from Yahoo Finance &amp; Alpha Vantage News</a:t>
            </a:r>
          </a:p>
        </p:txBody>
      </p:sp>
      <p:sp>
        <p:nvSpPr>
          <p:cNvPr id="10" name="Google Shape;252;p36">
            <a:extLst>
              <a:ext uri="{FF2B5EF4-FFF2-40B4-BE49-F238E27FC236}">
                <a16:creationId xmlns:a16="http://schemas.microsoft.com/office/drawing/2014/main" id="{5FB3E022-6683-1032-8BB8-3D2AAFF469C3}"/>
              </a:ext>
            </a:extLst>
          </p:cNvPr>
          <p:cNvSpPr txBox="1">
            <a:spLocks/>
          </p:cNvSpPr>
          <p:nvPr/>
        </p:nvSpPr>
        <p:spPr>
          <a:xfrm>
            <a:off x="3790681" y="1306741"/>
            <a:ext cx="1185940" cy="3030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ubot Sans"/>
              <a:buNone/>
              <a:defRPr sz="1600" b="0" i="0" u="none" strike="noStrike" cap="none">
                <a:solidFill>
                  <a:schemeClr val="dk1"/>
                </a:solidFill>
                <a:latin typeface="Hubot Sans Medium"/>
                <a:ea typeface="Hubot Sans Medium"/>
                <a:cs typeface="Hubot Sans Medium"/>
                <a:sym typeface="Hubot Sans Medium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ubot Sans"/>
              <a:buNone/>
              <a:defRPr sz="2400" b="1" i="0" u="none" strike="noStrike" cap="none">
                <a:solidFill>
                  <a:schemeClr val="dk1"/>
                </a:solidFill>
                <a:latin typeface="Hubot Sans"/>
                <a:ea typeface="Hubot Sans"/>
                <a:cs typeface="Hubot Sans"/>
                <a:sym typeface="Hubot Sans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ubot Sans"/>
              <a:buNone/>
              <a:defRPr sz="2400" b="1" i="0" u="none" strike="noStrike" cap="none">
                <a:solidFill>
                  <a:schemeClr val="dk1"/>
                </a:solidFill>
                <a:latin typeface="Hubot Sans"/>
                <a:ea typeface="Hubot Sans"/>
                <a:cs typeface="Hubot Sans"/>
                <a:sym typeface="Hubot Sans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ubot Sans"/>
              <a:buNone/>
              <a:defRPr sz="2400" b="1" i="0" u="none" strike="noStrike" cap="none">
                <a:solidFill>
                  <a:schemeClr val="dk1"/>
                </a:solidFill>
                <a:latin typeface="Hubot Sans"/>
                <a:ea typeface="Hubot Sans"/>
                <a:cs typeface="Hubot Sans"/>
                <a:sym typeface="Hubot Sans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ubot Sans"/>
              <a:buNone/>
              <a:defRPr sz="2400" b="1" i="0" u="none" strike="noStrike" cap="none">
                <a:solidFill>
                  <a:schemeClr val="dk1"/>
                </a:solidFill>
                <a:latin typeface="Hubot Sans"/>
                <a:ea typeface="Hubot Sans"/>
                <a:cs typeface="Hubot Sans"/>
                <a:sym typeface="Hubot Sans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ubot Sans"/>
              <a:buNone/>
              <a:defRPr sz="2400" b="1" i="0" u="none" strike="noStrike" cap="none">
                <a:solidFill>
                  <a:schemeClr val="dk1"/>
                </a:solidFill>
                <a:latin typeface="Hubot Sans"/>
                <a:ea typeface="Hubot Sans"/>
                <a:cs typeface="Hubot Sans"/>
                <a:sym typeface="Hubot Sans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ubot Sans"/>
              <a:buNone/>
              <a:defRPr sz="2400" b="1" i="0" u="none" strike="noStrike" cap="none">
                <a:solidFill>
                  <a:schemeClr val="dk1"/>
                </a:solidFill>
                <a:latin typeface="Hubot Sans"/>
                <a:ea typeface="Hubot Sans"/>
                <a:cs typeface="Hubot Sans"/>
                <a:sym typeface="Hubot Sans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ubot Sans"/>
              <a:buNone/>
              <a:defRPr sz="2400" b="1" i="0" u="none" strike="noStrike" cap="none">
                <a:solidFill>
                  <a:schemeClr val="dk1"/>
                </a:solidFill>
                <a:latin typeface="Hubot Sans"/>
                <a:ea typeface="Hubot Sans"/>
                <a:cs typeface="Hubot Sans"/>
                <a:sym typeface="Hubot Sans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ubot Sans"/>
              <a:buNone/>
              <a:defRPr sz="2400" b="1" i="0" u="none" strike="noStrike" cap="none">
                <a:solidFill>
                  <a:schemeClr val="dk1"/>
                </a:solidFill>
                <a:latin typeface="Hubot Sans"/>
                <a:ea typeface="Hubot Sans"/>
                <a:cs typeface="Hubot Sans"/>
                <a:sym typeface="Hubot Sans"/>
              </a:defRPr>
            </a:lvl9pPr>
          </a:lstStyle>
          <a:p>
            <a:pPr marL="0" indent="0" algn="ctr"/>
            <a:r>
              <a:rPr lang="en" dirty="0"/>
              <a:t>02</a:t>
            </a:r>
          </a:p>
        </p:txBody>
      </p:sp>
      <p:sp>
        <p:nvSpPr>
          <p:cNvPr id="11" name="Google Shape;254;p36">
            <a:extLst>
              <a:ext uri="{FF2B5EF4-FFF2-40B4-BE49-F238E27FC236}">
                <a16:creationId xmlns:a16="http://schemas.microsoft.com/office/drawing/2014/main" id="{E88E88F6-032E-E86B-ED58-98DFB6AFA67B}"/>
              </a:ext>
            </a:extLst>
          </p:cNvPr>
          <p:cNvSpPr txBox="1">
            <a:spLocks/>
          </p:cNvSpPr>
          <p:nvPr/>
        </p:nvSpPr>
        <p:spPr>
          <a:xfrm>
            <a:off x="4976621" y="1254664"/>
            <a:ext cx="3170400" cy="5113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 sz="1200" b="0" i="0" u="none" strike="noStrike" cap="non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 sz="1200" b="0" i="0" u="none" strike="noStrike" cap="non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 sz="1200" b="0" i="0" u="none" strike="noStrike" cap="non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 sz="1200" b="0" i="0" u="none" strike="noStrike" cap="non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 sz="1200" b="0" i="0" u="none" strike="noStrike" cap="non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 sz="1200" b="0" i="0" u="none" strike="noStrike" cap="non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 sz="1200" b="0" i="0" u="none" strike="noStrike" cap="non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 sz="1200" b="0" i="0" u="none" strike="noStrike" cap="non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 sz="1200" b="0" i="0" u="none" strike="noStrike" cap="non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9pPr>
          </a:lstStyle>
          <a:p>
            <a:pPr marL="0" indent="0"/>
            <a:r>
              <a:rPr lang="en-US" dirty="0"/>
              <a:t>Create Technical Indicators</a:t>
            </a:r>
          </a:p>
        </p:txBody>
      </p:sp>
      <p:sp>
        <p:nvSpPr>
          <p:cNvPr id="12" name="Google Shape;252;p36">
            <a:extLst>
              <a:ext uri="{FF2B5EF4-FFF2-40B4-BE49-F238E27FC236}">
                <a16:creationId xmlns:a16="http://schemas.microsoft.com/office/drawing/2014/main" id="{FFAB9D95-0983-BA8A-84DB-C5E9CEBF49E7}"/>
              </a:ext>
            </a:extLst>
          </p:cNvPr>
          <p:cNvSpPr txBox="1">
            <a:spLocks/>
          </p:cNvSpPr>
          <p:nvPr/>
        </p:nvSpPr>
        <p:spPr>
          <a:xfrm>
            <a:off x="3790681" y="1870174"/>
            <a:ext cx="1185940" cy="3030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ubot Sans"/>
              <a:buNone/>
              <a:defRPr sz="1600" b="0" i="0" u="none" strike="noStrike" cap="none">
                <a:solidFill>
                  <a:schemeClr val="dk1"/>
                </a:solidFill>
                <a:latin typeface="Hubot Sans Medium"/>
                <a:ea typeface="Hubot Sans Medium"/>
                <a:cs typeface="Hubot Sans Medium"/>
                <a:sym typeface="Hubot Sans Medium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ubot Sans"/>
              <a:buNone/>
              <a:defRPr sz="2400" b="1" i="0" u="none" strike="noStrike" cap="none">
                <a:solidFill>
                  <a:schemeClr val="dk1"/>
                </a:solidFill>
                <a:latin typeface="Hubot Sans"/>
                <a:ea typeface="Hubot Sans"/>
                <a:cs typeface="Hubot Sans"/>
                <a:sym typeface="Hubot Sans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ubot Sans"/>
              <a:buNone/>
              <a:defRPr sz="2400" b="1" i="0" u="none" strike="noStrike" cap="none">
                <a:solidFill>
                  <a:schemeClr val="dk1"/>
                </a:solidFill>
                <a:latin typeface="Hubot Sans"/>
                <a:ea typeface="Hubot Sans"/>
                <a:cs typeface="Hubot Sans"/>
                <a:sym typeface="Hubot Sans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ubot Sans"/>
              <a:buNone/>
              <a:defRPr sz="2400" b="1" i="0" u="none" strike="noStrike" cap="none">
                <a:solidFill>
                  <a:schemeClr val="dk1"/>
                </a:solidFill>
                <a:latin typeface="Hubot Sans"/>
                <a:ea typeface="Hubot Sans"/>
                <a:cs typeface="Hubot Sans"/>
                <a:sym typeface="Hubot Sans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ubot Sans"/>
              <a:buNone/>
              <a:defRPr sz="2400" b="1" i="0" u="none" strike="noStrike" cap="none">
                <a:solidFill>
                  <a:schemeClr val="dk1"/>
                </a:solidFill>
                <a:latin typeface="Hubot Sans"/>
                <a:ea typeface="Hubot Sans"/>
                <a:cs typeface="Hubot Sans"/>
                <a:sym typeface="Hubot Sans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ubot Sans"/>
              <a:buNone/>
              <a:defRPr sz="2400" b="1" i="0" u="none" strike="noStrike" cap="none">
                <a:solidFill>
                  <a:schemeClr val="dk1"/>
                </a:solidFill>
                <a:latin typeface="Hubot Sans"/>
                <a:ea typeface="Hubot Sans"/>
                <a:cs typeface="Hubot Sans"/>
                <a:sym typeface="Hubot Sans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ubot Sans"/>
              <a:buNone/>
              <a:defRPr sz="2400" b="1" i="0" u="none" strike="noStrike" cap="none">
                <a:solidFill>
                  <a:schemeClr val="dk1"/>
                </a:solidFill>
                <a:latin typeface="Hubot Sans"/>
                <a:ea typeface="Hubot Sans"/>
                <a:cs typeface="Hubot Sans"/>
                <a:sym typeface="Hubot Sans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ubot Sans"/>
              <a:buNone/>
              <a:defRPr sz="2400" b="1" i="0" u="none" strike="noStrike" cap="none">
                <a:solidFill>
                  <a:schemeClr val="dk1"/>
                </a:solidFill>
                <a:latin typeface="Hubot Sans"/>
                <a:ea typeface="Hubot Sans"/>
                <a:cs typeface="Hubot Sans"/>
                <a:sym typeface="Hubot Sans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ubot Sans"/>
              <a:buNone/>
              <a:defRPr sz="2400" b="1" i="0" u="none" strike="noStrike" cap="none">
                <a:solidFill>
                  <a:schemeClr val="dk1"/>
                </a:solidFill>
                <a:latin typeface="Hubot Sans"/>
                <a:ea typeface="Hubot Sans"/>
                <a:cs typeface="Hubot Sans"/>
                <a:sym typeface="Hubot Sans"/>
              </a:defRPr>
            </a:lvl9pPr>
          </a:lstStyle>
          <a:p>
            <a:pPr marL="0" indent="0" algn="ctr"/>
            <a:r>
              <a:rPr lang="en" dirty="0"/>
              <a:t>03</a:t>
            </a:r>
          </a:p>
        </p:txBody>
      </p:sp>
      <p:sp>
        <p:nvSpPr>
          <p:cNvPr id="13" name="Google Shape;254;p36">
            <a:extLst>
              <a:ext uri="{FF2B5EF4-FFF2-40B4-BE49-F238E27FC236}">
                <a16:creationId xmlns:a16="http://schemas.microsoft.com/office/drawing/2014/main" id="{83284506-2E19-D9CC-764A-68F9CF021022}"/>
              </a:ext>
            </a:extLst>
          </p:cNvPr>
          <p:cNvSpPr txBox="1">
            <a:spLocks/>
          </p:cNvSpPr>
          <p:nvPr/>
        </p:nvSpPr>
        <p:spPr>
          <a:xfrm>
            <a:off x="4976621" y="1768481"/>
            <a:ext cx="3170400" cy="5113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 sz="1200" b="0" i="0" u="none" strike="noStrike" cap="non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 sz="1200" b="0" i="0" u="none" strike="noStrike" cap="non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 sz="1200" b="0" i="0" u="none" strike="noStrike" cap="non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 sz="1200" b="0" i="0" u="none" strike="noStrike" cap="non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 sz="1200" b="0" i="0" u="none" strike="noStrike" cap="non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 sz="1200" b="0" i="0" u="none" strike="noStrike" cap="non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 sz="1200" b="0" i="0" u="none" strike="noStrike" cap="non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 sz="1200" b="0" i="0" u="none" strike="noStrike" cap="non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 sz="1200" b="0" i="0" u="none" strike="noStrike" cap="non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9pPr>
          </a:lstStyle>
          <a:p>
            <a:pPr marL="0" indent="0"/>
            <a:r>
              <a:rPr lang="en-US" dirty="0"/>
              <a:t>Sentiment aggregation (daily averaging)</a:t>
            </a:r>
          </a:p>
        </p:txBody>
      </p:sp>
      <p:sp>
        <p:nvSpPr>
          <p:cNvPr id="14" name="Google Shape;252;p36">
            <a:extLst>
              <a:ext uri="{FF2B5EF4-FFF2-40B4-BE49-F238E27FC236}">
                <a16:creationId xmlns:a16="http://schemas.microsoft.com/office/drawing/2014/main" id="{C9A2F822-72D2-D9AD-55A5-31858553CA01}"/>
              </a:ext>
            </a:extLst>
          </p:cNvPr>
          <p:cNvSpPr txBox="1">
            <a:spLocks/>
          </p:cNvSpPr>
          <p:nvPr/>
        </p:nvSpPr>
        <p:spPr>
          <a:xfrm>
            <a:off x="3790681" y="2485685"/>
            <a:ext cx="1185940" cy="3030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ubot Sans"/>
              <a:buNone/>
              <a:defRPr sz="1600" b="0" i="0" u="none" strike="noStrike" cap="none">
                <a:solidFill>
                  <a:schemeClr val="dk1"/>
                </a:solidFill>
                <a:latin typeface="Hubot Sans Medium"/>
                <a:ea typeface="Hubot Sans Medium"/>
                <a:cs typeface="Hubot Sans Medium"/>
                <a:sym typeface="Hubot Sans Medium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ubot Sans"/>
              <a:buNone/>
              <a:defRPr sz="2400" b="1" i="0" u="none" strike="noStrike" cap="none">
                <a:solidFill>
                  <a:schemeClr val="dk1"/>
                </a:solidFill>
                <a:latin typeface="Hubot Sans"/>
                <a:ea typeface="Hubot Sans"/>
                <a:cs typeface="Hubot Sans"/>
                <a:sym typeface="Hubot Sans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ubot Sans"/>
              <a:buNone/>
              <a:defRPr sz="2400" b="1" i="0" u="none" strike="noStrike" cap="none">
                <a:solidFill>
                  <a:schemeClr val="dk1"/>
                </a:solidFill>
                <a:latin typeface="Hubot Sans"/>
                <a:ea typeface="Hubot Sans"/>
                <a:cs typeface="Hubot Sans"/>
                <a:sym typeface="Hubot Sans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ubot Sans"/>
              <a:buNone/>
              <a:defRPr sz="2400" b="1" i="0" u="none" strike="noStrike" cap="none">
                <a:solidFill>
                  <a:schemeClr val="dk1"/>
                </a:solidFill>
                <a:latin typeface="Hubot Sans"/>
                <a:ea typeface="Hubot Sans"/>
                <a:cs typeface="Hubot Sans"/>
                <a:sym typeface="Hubot Sans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ubot Sans"/>
              <a:buNone/>
              <a:defRPr sz="2400" b="1" i="0" u="none" strike="noStrike" cap="none">
                <a:solidFill>
                  <a:schemeClr val="dk1"/>
                </a:solidFill>
                <a:latin typeface="Hubot Sans"/>
                <a:ea typeface="Hubot Sans"/>
                <a:cs typeface="Hubot Sans"/>
                <a:sym typeface="Hubot Sans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ubot Sans"/>
              <a:buNone/>
              <a:defRPr sz="2400" b="1" i="0" u="none" strike="noStrike" cap="none">
                <a:solidFill>
                  <a:schemeClr val="dk1"/>
                </a:solidFill>
                <a:latin typeface="Hubot Sans"/>
                <a:ea typeface="Hubot Sans"/>
                <a:cs typeface="Hubot Sans"/>
                <a:sym typeface="Hubot Sans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ubot Sans"/>
              <a:buNone/>
              <a:defRPr sz="2400" b="1" i="0" u="none" strike="noStrike" cap="none">
                <a:solidFill>
                  <a:schemeClr val="dk1"/>
                </a:solidFill>
                <a:latin typeface="Hubot Sans"/>
                <a:ea typeface="Hubot Sans"/>
                <a:cs typeface="Hubot Sans"/>
                <a:sym typeface="Hubot Sans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ubot Sans"/>
              <a:buNone/>
              <a:defRPr sz="2400" b="1" i="0" u="none" strike="noStrike" cap="none">
                <a:solidFill>
                  <a:schemeClr val="dk1"/>
                </a:solidFill>
                <a:latin typeface="Hubot Sans"/>
                <a:ea typeface="Hubot Sans"/>
                <a:cs typeface="Hubot Sans"/>
                <a:sym typeface="Hubot Sans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ubot Sans"/>
              <a:buNone/>
              <a:defRPr sz="2400" b="1" i="0" u="none" strike="noStrike" cap="none">
                <a:solidFill>
                  <a:schemeClr val="dk1"/>
                </a:solidFill>
                <a:latin typeface="Hubot Sans"/>
                <a:ea typeface="Hubot Sans"/>
                <a:cs typeface="Hubot Sans"/>
                <a:sym typeface="Hubot Sans"/>
              </a:defRPr>
            </a:lvl9pPr>
          </a:lstStyle>
          <a:p>
            <a:pPr marL="0" indent="0" algn="ctr"/>
            <a:r>
              <a:rPr lang="en" dirty="0"/>
              <a:t>04</a:t>
            </a:r>
          </a:p>
        </p:txBody>
      </p:sp>
      <p:sp>
        <p:nvSpPr>
          <p:cNvPr id="15" name="Google Shape;254;p36">
            <a:extLst>
              <a:ext uri="{FF2B5EF4-FFF2-40B4-BE49-F238E27FC236}">
                <a16:creationId xmlns:a16="http://schemas.microsoft.com/office/drawing/2014/main" id="{6B6A897C-8DFC-CCDA-DD09-04F658D93D90}"/>
              </a:ext>
            </a:extLst>
          </p:cNvPr>
          <p:cNvSpPr txBox="1">
            <a:spLocks/>
          </p:cNvSpPr>
          <p:nvPr/>
        </p:nvSpPr>
        <p:spPr>
          <a:xfrm>
            <a:off x="4976621" y="2381531"/>
            <a:ext cx="3170400" cy="5113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 sz="1200" b="0" i="0" u="none" strike="noStrike" cap="non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 sz="1200" b="0" i="0" u="none" strike="noStrike" cap="non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 sz="1200" b="0" i="0" u="none" strike="noStrike" cap="non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 sz="1200" b="0" i="0" u="none" strike="noStrike" cap="non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 sz="1200" b="0" i="0" u="none" strike="noStrike" cap="non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 sz="1200" b="0" i="0" u="none" strike="noStrike" cap="non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 sz="1200" b="0" i="0" u="none" strike="noStrike" cap="non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 sz="1200" b="0" i="0" u="none" strike="noStrike" cap="non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 sz="1200" b="0" i="0" u="none" strike="noStrike" cap="non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9pPr>
          </a:lstStyle>
          <a:p>
            <a:pPr marL="0" indent="0"/>
            <a:r>
              <a:rPr lang="en-US" dirty="0"/>
              <a:t>Combine technical + sentimental and align dates</a:t>
            </a:r>
          </a:p>
        </p:txBody>
      </p:sp>
      <p:sp>
        <p:nvSpPr>
          <p:cNvPr id="16" name="Google Shape;252;p36">
            <a:extLst>
              <a:ext uri="{FF2B5EF4-FFF2-40B4-BE49-F238E27FC236}">
                <a16:creationId xmlns:a16="http://schemas.microsoft.com/office/drawing/2014/main" id="{0513B216-CDE5-88D7-B563-73C25C506586}"/>
              </a:ext>
            </a:extLst>
          </p:cNvPr>
          <p:cNvSpPr txBox="1">
            <a:spLocks/>
          </p:cNvSpPr>
          <p:nvPr/>
        </p:nvSpPr>
        <p:spPr>
          <a:xfrm>
            <a:off x="3790681" y="3101194"/>
            <a:ext cx="1185940" cy="3030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ubot Sans"/>
              <a:buNone/>
              <a:defRPr sz="1600" b="0" i="0" u="none" strike="noStrike" cap="none">
                <a:solidFill>
                  <a:schemeClr val="dk1"/>
                </a:solidFill>
                <a:latin typeface="Hubot Sans Medium"/>
                <a:ea typeface="Hubot Sans Medium"/>
                <a:cs typeface="Hubot Sans Medium"/>
                <a:sym typeface="Hubot Sans Medium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ubot Sans"/>
              <a:buNone/>
              <a:defRPr sz="2400" b="1" i="0" u="none" strike="noStrike" cap="none">
                <a:solidFill>
                  <a:schemeClr val="dk1"/>
                </a:solidFill>
                <a:latin typeface="Hubot Sans"/>
                <a:ea typeface="Hubot Sans"/>
                <a:cs typeface="Hubot Sans"/>
                <a:sym typeface="Hubot Sans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ubot Sans"/>
              <a:buNone/>
              <a:defRPr sz="2400" b="1" i="0" u="none" strike="noStrike" cap="none">
                <a:solidFill>
                  <a:schemeClr val="dk1"/>
                </a:solidFill>
                <a:latin typeface="Hubot Sans"/>
                <a:ea typeface="Hubot Sans"/>
                <a:cs typeface="Hubot Sans"/>
                <a:sym typeface="Hubot Sans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ubot Sans"/>
              <a:buNone/>
              <a:defRPr sz="2400" b="1" i="0" u="none" strike="noStrike" cap="none">
                <a:solidFill>
                  <a:schemeClr val="dk1"/>
                </a:solidFill>
                <a:latin typeface="Hubot Sans"/>
                <a:ea typeface="Hubot Sans"/>
                <a:cs typeface="Hubot Sans"/>
                <a:sym typeface="Hubot Sans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ubot Sans"/>
              <a:buNone/>
              <a:defRPr sz="2400" b="1" i="0" u="none" strike="noStrike" cap="none">
                <a:solidFill>
                  <a:schemeClr val="dk1"/>
                </a:solidFill>
                <a:latin typeface="Hubot Sans"/>
                <a:ea typeface="Hubot Sans"/>
                <a:cs typeface="Hubot Sans"/>
                <a:sym typeface="Hubot Sans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ubot Sans"/>
              <a:buNone/>
              <a:defRPr sz="2400" b="1" i="0" u="none" strike="noStrike" cap="none">
                <a:solidFill>
                  <a:schemeClr val="dk1"/>
                </a:solidFill>
                <a:latin typeface="Hubot Sans"/>
                <a:ea typeface="Hubot Sans"/>
                <a:cs typeface="Hubot Sans"/>
                <a:sym typeface="Hubot Sans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ubot Sans"/>
              <a:buNone/>
              <a:defRPr sz="2400" b="1" i="0" u="none" strike="noStrike" cap="none">
                <a:solidFill>
                  <a:schemeClr val="dk1"/>
                </a:solidFill>
                <a:latin typeface="Hubot Sans"/>
                <a:ea typeface="Hubot Sans"/>
                <a:cs typeface="Hubot Sans"/>
                <a:sym typeface="Hubot Sans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ubot Sans"/>
              <a:buNone/>
              <a:defRPr sz="2400" b="1" i="0" u="none" strike="noStrike" cap="none">
                <a:solidFill>
                  <a:schemeClr val="dk1"/>
                </a:solidFill>
                <a:latin typeface="Hubot Sans"/>
                <a:ea typeface="Hubot Sans"/>
                <a:cs typeface="Hubot Sans"/>
                <a:sym typeface="Hubot Sans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ubot Sans"/>
              <a:buNone/>
              <a:defRPr sz="2400" b="1" i="0" u="none" strike="noStrike" cap="none">
                <a:solidFill>
                  <a:schemeClr val="dk1"/>
                </a:solidFill>
                <a:latin typeface="Hubot Sans"/>
                <a:ea typeface="Hubot Sans"/>
                <a:cs typeface="Hubot Sans"/>
                <a:sym typeface="Hubot Sans"/>
              </a:defRPr>
            </a:lvl9pPr>
          </a:lstStyle>
          <a:p>
            <a:pPr marL="0" indent="0" algn="ctr"/>
            <a:r>
              <a:rPr lang="en" dirty="0"/>
              <a:t>05</a:t>
            </a:r>
          </a:p>
        </p:txBody>
      </p:sp>
      <p:sp>
        <p:nvSpPr>
          <p:cNvPr id="17" name="Google Shape;254;p36">
            <a:extLst>
              <a:ext uri="{FF2B5EF4-FFF2-40B4-BE49-F238E27FC236}">
                <a16:creationId xmlns:a16="http://schemas.microsoft.com/office/drawing/2014/main" id="{4A67C852-DABC-1F2C-F33E-44AF1AC9C141}"/>
              </a:ext>
            </a:extLst>
          </p:cNvPr>
          <p:cNvSpPr txBox="1">
            <a:spLocks/>
          </p:cNvSpPr>
          <p:nvPr/>
        </p:nvSpPr>
        <p:spPr>
          <a:xfrm>
            <a:off x="4963681" y="3612545"/>
            <a:ext cx="3170400" cy="5113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 sz="1200" b="0" i="0" u="none" strike="noStrike" cap="non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 sz="1200" b="0" i="0" u="none" strike="noStrike" cap="non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 sz="1200" b="0" i="0" u="none" strike="noStrike" cap="non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 sz="1200" b="0" i="0" u="none" strike="noStrike" cap="non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 sz="1200" b="0" i="0" u="none" strike="noStrike" cap="non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 sz="1200" b="0" i="0" u="none" strike="noStrike" cap="non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 sz="1200" b="0" i="0" u="none" strike="noStrike" cap="non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 sz="1200" b="0" i="0" u="none" strike="noStrike" cap="non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 sz="1200" b="0" i="0" u="none" strike="noStrike" cap="non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9pPr>
          </a:lstStyle>
          <a:p>
            <a:pPr marL="0" indent="0"/>
            <a:r>
              <a:rPr lang="en-US" dirty="0"/>
              <a:t>Sequence creation (30-day lookback window)</a:t>
            </a:r>
          </a:p>
        </p:txBody>
      </p:sp>
      <p:sp>
        <p:nvSpPr>
          <p:cNvPr id="18" name="Google Shape;252;p36">
            <a:extLst>
              <a:ext uri="{FF2B5EF4-FFF2-40B4-BE49-F238E27FC236}">
                <a16:creationId xmlns:a16="http://schemas.microsoft.com/office/drawing/2014/main" id="{14BE4CA8-C861-34BE-83CD-33113B924E38}"/>
              </a:ext>
            </a:extLst>
          </p:cNvPr>
          <p:cNvSpPr txBox="1">
            <a:spLocks/>
          </p:cNvSpPr>
          <p:nvPr/>
        </p:nvSpPr>
        <p:spPr>
          <a:xfrm>
            <a:off x="3790681" y="3716701"/>
            <a:ext cx="1185940" cy="3030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ubot Sans"/>
              <a:buNone/>
              <a:defRPr sz="1600" b="0" i="0" u="none" strike="noStrike" cap="none">
                <a:solidFill>
                  <a:schemeClr val="dk1"/>
                </a:solidFill>
                <a:latin typeface="Hubot Sans Medium"/>
                <a:ea typeface="Hubot Sans Medium"/>
                <a:cs typeface="Hubot Sans Medium"/>
                <a:sym typeface="Hubot Sans Medium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ubot Sans"/>
              <a:buNone/>
              <a:defRPr sz="2400" b="1" i="0" u="none" strike="noStrike" cap="none">
                <a:solidFill>
                  <a:schemeClr val="dk1"/>
                </a:solidFill>
                <a:latin typeface="Hubot Sans"/>
                <a:ea typeface="Hubot Sans"/>
                <a:cs typeface="Hubot Sans"/>
                <a:sym typeface="Hubot Sans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ubot Sans"/>
              <a:buNone/>
              <a:defRPr sz="2400" b="1" i="0" u="none" strike="noStrike" cap="none">
                <a:solidFill>
                  <a:schemeClr val="dk1"/>
                </a:solidFill>
                <a:latin typeface="Hubot Sans"/>
                <a:ea typeface="Hubot Sans"/>
                <a:cs typeface="Hubot Sans"/>
                <a:sym typeface="Hubot Sans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ubot Sans"/>
              <a:buNone/>
              <a:defRPr sz="2400" b="1" i="0" u="none" strike="noStrike" cap="none">
                <a:solidFill>
                  <a:schemeClr val="dk1"/>
                </a:solidFill>
                <a:latin typeface="Hubot Sans"/>
                <a:ea typeface="Hubot Sans"/>
                <a:cs typeface="Hubot Sans"/>
                <a:sym typeface="Hubot Sans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ubot Sans"/>
              <a:buNone/>
              <a:defRPr sz="2400" b="1" i="0" u="none" strike="noStrike" cap="none">
                <a:solidFill>
                  <a:schemeClr val="dk1"/>
                </a:solidFill>
                <a:latin typeface="Hubot Sans"/>
                <a:ea typeface="Hubot Sans"/>
                <a:cs typeface="Hubot Sans"/>
                <a:sym typeface="Hubot Sans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ubot Sans"/>
              <a:buNone/>
              <a:defRPr sz="2400" b="1" i="0" u="none" strike="noStrike" cap="none">
                <a:solidFill>
                  <a:schemeClr val="dk1"/>
                </a:solidFill>
                <a:latin typeface="Hubot Sans"/>
                <a:ea typeface="Hubot Sans"/>
                <a:cs typeface="Hubot Sans"/>
                <a:sym typeface="Hubot Sans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ubot Sans"/>
              <a:buNone/>
              <a:defRPr sz="2400" b="1" i="0" u="none" strike="noStrike" cap="none">
                <a:solidFill>
                  <a:schemeClr val="dk1"/>
                </a:solidFill>
                <a:latin typeface="Hubot Sans"/>
                <a:ea typeface="Hubot Sans"/>
                <a:cs typeface="Hubot Sans"/>
                <a:sym typeface="Hubot Sans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ubot Sans"/>
              <a:buNone/>
              <a:defRPr sz="2400" b="1" i="0" u="none" strike="noStrike" cap="none">
                <a:solidFill>
                  <a:schemeClr val="dk1"/>
                </a:solidFill>
                <a:latin typeface="Hubot Sans"/>
                <a:ea typeface="Hubot Sans"/>
                <a:cs typeface="Hubot Sans"/>
                <a:sym typeface="Hubot Sans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ubot Sans"/>
              <a:buNone/>
              <a:defRPr sz="2400" b="1" i="0" u="none" strike="noStrike" cap="none">
                <a:solidFill>
                  <a:schemeClr val="dk1"/>
                </a:solidFill>
                <a:latin typeface="Hubot Sans"/>
                <a:ea typeface="Hubot Sans"/>
                <a:cs typeface="Hubot Sans"/>
                <a:sym typeface="Hubot Sans"/>
              </a:defRPr>
            </a:lvl9pPr>
          </a:lstStyle>
          <a:p>
            <a:pPr marL="0" indent="0" algn="ctr"/>
            <a:r>
              <a:rPr lang="en" dirty="0"/>
              <a:t>06</a:t>
            </a:r>
          </a:p>
        </p:txBody>
      </p:sp>
      <p:sp>
        <p:nvSpPr>
          <p:cNvPr id="19" name="Google Shape;254;p36">
            <a:extLst>
              <a:ext uri="{FF2B5EF4-FFF2-40B4-BE49-F238E27FC236}">
                <a16:creationId xmlns:a16="http://schemas.microsoft.com/office/drawing/2014/main" id="{1C1539B6-A30E-0573-5A17-4B44C8BCA411}"/>
              </a:ext>
            </a:extLst>
          </p:cNvPr>
          <p:cNvSpPr txBox="1">
            <a:spLocks/>
          </p:cNvSpPr>
          <p:nvPr/>
        </p:nvSpPr>
        <p:spPr>
          <a:xfrm>
            <a:off x="4976621" y="2997038"/>
            <a:ext cx="3170400" cy="5113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 sz="1200" b="0" i="0" u="none" strike="noStrike" cap="non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 sz="1200" b="0" i="0" u="none" strike="noStrike" cap="non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 sz="1200" b="0" i="0" u="none" strike="noStrike" cap="non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 sz="1200" b="0" i="0" u="none" strike="noStrike" cap="non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 sz="1200" b="0" i="0" u="none" strike="noStrike" cap="non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 sz="1200" b="0" i="0" u="none" strike="noStrike" cap="non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 sz="1200" b="0" i="0" u="none" strike="noStrike" cap="non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 sz="1200" b="0" i="0" u="none" strike="noStrike" cap="non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 sz="1200" b="0" i="0" u="none" strike="noStrike" cap="non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9pPr>
          </a:lstStyle>
          <a:p>
            <a:pPr marL="0" indent="0"/>
            <a:r>
              <a:rPr lang="en-US" dirty="0"/>
              <a:t>Missing and invalid data handling &amp; removal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1">
          <a:extLst>
            <a:ext uri="{FF2B5EF4-FFF2-40B4-BE49-F238E27FC236}">
              <a16:creationId xmlns:a16="http://schemas.microsoft.com/office/drawing/2014/main" id="{CC320DE6-ACD6-E3D8-52C4-45E9550CE3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32">
            <a:extLst>
              <a:ext uri="{FF2B5EF4-FFF2-40B4-BE49-F238E27FC236}">
                <a16:creationId xmlns:a16="http://schemas.microsoft.com/office/drawing/2014/main" id="{8639FE92-79ED-36C1-2B52-EA57D822405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75822" y="484183"/>
            <a:ext cx="5974724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Feature Engineering</a:t>
            </a:r>
            <a:endParaRPr dirty="0"/>
          </a:p>
        </p:txBody>
      </p:sp>
      <p:sp>
        <p:nvSpPr>
          <p:cNvPr id="223" name="Google Shape;223;p32">
            <a:extLst>
              <a:ext uri="{FF2B5EF4-FFF2-40B4-BE49-F238E27FC236}">
                <a16:creationId xmlns:a16="http://schemas.microsoft.com/office/drawing/2014/main" id="{53137107-C9A6-90A2-14B7-011A28392786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275822" y="1056883"/>
            <a:ext cx="7571704" cy="216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IN" dirty="0"/>
              <a:t>Technical Indicators (39 features)</a:t>
            </a:r>
            <a:r>
              <a:rPr lang="en" dirty="0"/>
              <a:t>:</a:t>
            </a:r>
            <a:endParaRPr dirty="0"/>
          </a:p>
          <a:p>
            <a:pPr marL="457200" lvl="0" indent="-3048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-US" dirty="0"/>
              <a:t>Moving Averages (SMA, EMA: 5, 10, 20, 50-day)</a:t>
            </a:r>
          </a:p>
          <a:p>
            <a:pPr marL="457200" lvl="0" indent="-3048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-US" dirty="0"/>
              <a:t>Momentum (RSI, MACD, Stochastic, Williams %R)</a:t>
            </a:r>
          </a:p>
          <a:p>
            <a:pPr marL="457200" lvl="0" indent="-3048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-IN" dirty="0"/>
              <a:t>Volatility (Bollinger Bands, ATR)</a:t>
            </a:r>
          </a:p>
          <a:p>
            <a:pPr marL="457200" lvl="0" indent="-3048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-IN" dirty="0"/>
              <a:t>Volume (OBV, volume ratios)</a:t>
            </a:r>
          </a:p>
          <a:p>
            <a:pPr marL="457200" lvl="0" indent="-3048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-IN" dirty="0"/>
              <a:t>Trend (ADX, CCI)</a:t>
            </a:r>
          </a:p>
          <a:p>
            <a:pPr marL="457200" lvl="0" indent="-3048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-US" dirty="0"/>
              <a:t>Lagged features (1, 2, 3, 5-day lags)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IN" dirty="0"/>
              <a:t>Sentiment Features (5 features):</a:t>
            </a:r>
          </a:p>
          <a:p>
            <a:pPr lvl="0">
              <a:lnSpc>
                <a:spcPct val="150000"/>
              </a:lnSpc>
            </a:pPr>
            <a:r>
              <a:rPr lang="fr-FR" dirty="0" err="1"/>
              <a:t>sentiment_mean</a:t>
            </a:r>
            <a:r>
              <a:rPr lang="fr-FR" dirty="0"/>
              <a:t>,  </a:t>
            </a:r>
            <a:r>
              <a:rPr lang="fr-FR" dirty="0" err="1"/>
              <a:t>median</a:t>
            </a:r>
            <a:r>
              <a:rPr lang="fr-FR" dirty="0"/>
              <a:t>, std, min, max</a:t>
            </a:r>
            <a:endParaRPr lang="en-IN" dirty="0"/>
          </a:p>
          <a:p>
            <a:pPr marL="152400" lvl="0" indent="0" algn="l" rtl="0">
              <a:spcBef>
                <a:spcPts val="0"/>
              </a:spcBef>
              <a:spcAft>
                <a:spcPts val="0"/>
              </a:spcAft>
              <a:buSzPts val="1200"/>
              <a:buNone/>
            </a:pPr>
            <a:endParaRPr lang="en-US" dirty="0"/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endParaRPr lang="en-IN" dirty="0"/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1498307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8">
          <a:extLst>
            <a:ext uri="{FF2B5EF4-FFF2-40B4-BE49-F238E27FC236}">
              <a16:creationId xmlns:a16="http://schemas.microsoft.com/office/drawing/2014/main" id="{6F86E5F1-339B-FB7D-9BF6-7B4F29C680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33">
            <a:extLst>
              <a:ext uri="{FF2B5EF4-FFF2-40B4-BE49-F238E27FC236}">
                <a16:creationId xmlns:a16="http://schemas.microsoft.com/office/drawing/2014/main" id="{8376DCD6-57E7-4428-0B3E-FBA81DE113D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28599" y="1196325"/>
            <a:ext cx="7485845" cy="2276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MODEL DEVELOPMENT</a:t>
            </a:r>
            <a:endParaRPr dirty="0"/>
          </a:p>
        </p:txBody>
      </p:sp>
      <p:sp>
        <p:nvSpPr>
          <p:cNvPr id="230" name="Google Shape;230;p33">
            <a:extLst>
              <a:ext uri="{FF2B5EF4-FFF2-40B4-BE49-F238E27FC236}">
                <a16:creationId xmlns:a16="http://schemas.microsoft.com/office/drawing/2014/main" id="{C4EA10B4-7C5A-FB4A-432D-AEB30DC4FBE0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228600" y="3396943"/>
            <a:ext cx="1235700" cy="1108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04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4767640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37"/>
          <p:cNvSpPr txBox="1">
            <a:spLocks noGrp="1"/>
          </p:cNvSpPr>
          <p:nvPr>
            <p:ph type="title"/>
          </p:nvPr>
        </p:nvSpPr>
        <p:spPr>
          <a:xfrm>
            <a:off x="228600" y="228600"/>
            <a:ext cx="8686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LSTM Model Architecture</a:t>
            </a:r>
            <a:endParaRPr dirty="0"/>
          </a:p>
        </p:txBody>
      </p:sp>
      <p:pic>
        <p:nvPicPr>
          <p:cNvPr id="49" name="Picture 48" descr="A diagram of a network">
            <a:extLst>
              <a:ext uri="{FF2B5EF4-FFF2-40B4-BE49-F238E27FC236}">
                <a16:creationId xmlns:a16="http://schemas.microsoft.com/office/drawing/2014/main" id="{290FCE24-161A-4F83-783D-685682746C34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30" y="1824034"/>
            <a:ext cx="4606259" cy="1495432"/>
          </a:xfrm>
          <a:prstGeom prst="rect">
            <a:avLst/>
          </a:prstGeom>
        </p:spPr>
      </p:pic>
      <p:graphicFrame>
        <p:nvGraphicFramePr>
          <p:cNvPr id="51" name="Google Shape;320;p41">
            <a:extLst>
              <a:ext uri="{FF2B5EF4-FFF2-40B4-BE49-F238E27FC236}">
                <a16:creationId xmlns:a16="http://schemas.microsoft.com/office/drawing/2014/main" id="{7D130D20-D4E7-6E6F-4157-EFD51238A4A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18371449"/>
              </p:ext>
            </p:extLst>
          </p:nvPr>
        </p:nvGraphicFramePr>
        <p:xfrm>
          <a:off x="4710489" y="1196950"/>
          <a:ext cx="4201732" cy="2749600"/>
        </p:xfrm>
        <a:graphic>
          <a:graphicData uri="http://schemas.openxmlformats.org/drawingml/2006/table">
            <a:tbl>
              <a:tblPr>
                <a:noFill/>
                <a:tableStyleId>{6404B7D1-C35B-4641-ADC9-F3B53C5F9266}</a:tableStyleId>
              </a:tblPr>
              <a:tblGrid>
                <a:gridCol w="22599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417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525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dirty="0">
                          <a:solidFill>
                            <a:schemeClr val="dk1"/>
                          </a:solidFill>
                          <a:latin typeface="Hubot Sans Medium"/>
                          <a:ea typeface="Hubot Sans Medium"/>
                          <a:cs typeface="Hubot Sans Medium"/>
                          <a:sym typeface="Hubot Sans Medium"/>
                        </a:rPr>
                        <a:t>COMPONENT</a:t>
                      </a:r>
                      <a:endParaRPr sz="1200" dirty="0">
                        <a:solidFill>
                          <a:schemeClr val="dk1"/>
                        </a:solidFill>
                        <a:latin typeface="Hubot Sans Medium"/>
                        <a:ea typeface="Hubot Sans Medium"/>
                        <a:cs typeface="Hubot Sans Medium"/>
                        <a:sym typeface="Hubot Sans Medium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dirty="0">
                          <a:solidFill>
                            <a:schemeClr val="dk1"/>
                          </a:solidFill>
                          <a:latin typeface="Hubot Sans Medium"/>
                          <a:ea typeface="Hubot Sans Medium"/>
                          <a:cs typeface="Hubot Sans Medium"/>
                          <a:sym typeface="Hubot Sans Medium"/>
                        </a:rPr>
                        <a:t>CONFIGURATION</a:t>
                      </a:r>
                      <a:endParaRPr sz="1200" dirty="0">
                        <a:solidFill>
                          <a:schemeClr val="dk1"/>
                        </a:solidFill>
                        <a:latin typeface="Hubot Sans Medium"/>
                        <a:ea typeface="Hubot Sans Medium"/>
                        <a:cs typeface="Hubot Sans Medium"/>
                        <a:sym typeface="Hubot Sans Medium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92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00" dirty="0">
                          <a:solidFill>
                            <a:schemeClr val="dk1"/>
                          </a:solidFill>
                          <a:latin typeface="Work Sans Medium"/>
                          <a:ea typeface="Work Sans Medium"/>
                          <a:cs typeface="Work Sans Medium"/>
                          <a:sym typeface="Work Sans Medium"/>
                        </a:rPr>
                        <a:t>LSTM Layers</a:t>
                      </a: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>
                          <a:solidFill>
                            <a:schemeClr val="dk1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2 stacked layers, 64 hidden units, dropout=0.4</a:t>
                      </a: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dirty="0">
                        <a:solidFill>
                          <a:schemeClr val="dk1"/>
                        </a:solidFill>
                        <a:latin typeface="Work Sans"/>
                        <a:ea typeface="Work Sans"/>
                        <a:cs typeface="Work Sans"/>
                        <a:sym typeface="Work Sans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92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00" dirty="0">
                          <a:solidFill>
                            <a:schemeClr val="dk1"/>
                          </a:solidFill>
                          <a:latin typeface="Work Sans Medium"/>
                          <a:ea typeface="Work Sans Medium"/>
                          <a:cs typeface="Work Sans Medium"/>
                          <a:sym typeface="Work Sans Medium"/>
                        </a:rPr>
                        <a:t>Fully Connected</a:t>
                      </a: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>
                          <a:solidFill>
                            <a:schemeClr val="dk1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Progressive reduction: </a:t>
                      </a: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>
                          <a:solidFill>
                            <a:schemeClr val="dk1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64 → 32 → 16 → 1</a:t>
                      </a: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92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00" dirty="0">
                          <a:solidFill>
                            <a:schemeClr val="dk1"/>
                          </a:solidFill>
                          <a:latin typeface="Work Sans Medium"/>
                          <a:ea typeface="Work Sans Medium"/>
                          <a:cs typeface="Work Sans Medium"/>
                          <a:sym typeface="Work Sans Medium"/>
                        </a:rPr>
                        <a:t>Regularization</a:t>
                      </a: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>
                          <a:solidFill>
                            <a:schemeClr val="dk1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Batch normalization + Dropout (p=0.4) + </a:t>
                      </a:r>
                      <a:r>
                        <a:rPr lang="en-US" sz="1000" dirty="0" err="1">
                          <a:solidFill>
                            <a:schemeClr val="dk1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ReLU</a:t>
                      </a:r>
                      <a:r>
                        <a:rPr lang="en-US" sz="1000" dirty="0">
                          <a:solidFill>
                            <a:schemeClr val="dk1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 activations</a:t>
                      </a: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92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00" dirty="0">
                          <a:solidFill>
                            <a:schemeClr val="dk1"/>
                          </a:solidFill>
                          <a:latin typeface="Work Sans Medium"/>
                          <a:ea typeface="Work Sans Medium"/>
                          <a:cs typeface="Work Sans Medium"/>
                          <a:sym typeface="Work Sans Medium"/>
                        </a:rPr>
                        <a:t>Total Parameters</a:t>
                      </a: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00" dirty="0">
                          <a:solidFill>
                            <a:schemeClr val="dk1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63,905 trainable parameters</a:t>
                      </a: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1">
          <a:extLst>
            <a:ext uri="{FF2B5EF4-FFF2-40B4-BE49-F238E27FC236}">
              <a16:creationId xmlns:a16="http://schemas.microsoft.com/office/drawing/2014/main" id="{6921AB7F-C906-0C66-2857-F0B9813C63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32">
            <a:extLst>
              <a:ext uri="{FF2B5EF4-FFF2-40B4-BE49-F238E27FC236}">
                <a16:creationId xmlns:a16="http://schemas.microsoft.com/office/drawing/2014/main" id="{9D333367-7556-6AE7-4106-9E4945D861A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75822" y="484183"/>
            <a:ext cx="5974724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Training Setup</a:t>
            </a:r>
            <a:endParaRPr dirty="0"/>
          </a:p>
        </p:txBody>
      </p:sp>
      <p:sp>
        <p:nvSpPr>
          <p:cNvPr id="223" name="Google Shape;223;p32">
            <a:extLst>
              <a:ext uri="{FF2B5EF4-FFF2-40B4-BE49-F238E27FC236}">
                <a16:creationId xmlns:a16="http://schemas.microsoft.com/office/drawing/2014/main" id="{6EAD1FE8-EA5D-771B-7EC9-58E755EA6239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275822" y="1056883"/>
            <a:ext cx="7571704" cy="216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r>
              <a:rPr lang="en-US" b="1" dirty="0"/>
              <a:t>Loss Function: </a:t>
            </a:r>
            <a:r>
              <a:rPr lang="en-IN" b="1" dirty="0"/>
              <a:t>Mean Squared Error (MSE) </a:t>
            </a:r>
          </a:p>
          <a:p>
            <a:pPr marL="0" indent="0">
              <a:buNone/>
            </a:pPr>
            <a:endParaRPr b="1" dirty="0"/>
          </a:p>
          <a:p>
            <a:pPr>
              <a:lnSpc>
                <a:spcPct val="150000"/>
              </a:lnSpc>
            </a:pPr>
            <a:r>
              <a:rPr lang="en-IN" dirty="0">
                <a:solidFill>
                  <a:srgbClr val="334155"/>
                </a:solidFill>
              </a:rPr>
              <a:t>Optimizer: Adam (adaptive learning rate)</a:t>
            </a:r>
          </a:p>
          <a:p>
            <a:pPr>
              <a:lnSpc>
                <a:spcPct val="150000"/>
              </a:lnSpc>
            </a:pPr>
            <a:r>
              <a:rPr lang="en-IN" dirty="0">
                <a:solidFill>
                  <a:srgbClr val="334155"/>
                </a:solidFill>
              </a:rPr>
              <a:t>Initial Learning Rate: 0.0005 (conservative for stable convergence)</a:t>
            </a:r>
          </a:p>
          <a:p>
            <a:pPr>
              <a:lnSpc>
                <a:spcPct val="150000"/>
              </a:lnSpc>
            </a:pPr>
            <a:r>
              <a:rPr lang="en-IN" dirty="0">
                <a:solidFill>
                  <a:srgbClr val="334155"/>
                </a:solidFill>
              </a:rPr>
              <a:t>LR Scheduler: </a:t>
            </a:r>
            <a:r>
              <a:rPr lang="en-IN" dirty="0" err="1">
                <a:solidFill>
                  <a:srgbClr val="334155"/>
                </a:solidFill>
              </a:rPr>
              <a:t>ReduceLROnPlateau</a:t>
            </a:r>
            <a:r>
              <a:rPr lang="en-IN" dirty="0">
                <a:solidFill>
                  <a:srgbClr val="334155"/>
                </a:solidFill>
              </a:rPr>
              <a:t> (factor=0.5, patience=5)</a:t>
            </a:r>
          </a:p>
          <a:p>
            <a:pPr>
              <a:lnSpc>
                <a:spcPct val="150000"/>
              </a:lnSpc>
            </a:pPr>
            <a:r>
              <a:rPr lang="en-IN" dirty="0">
                <a:solidFill>
                  <a:srgbClr val="334155"/>
                </a:solidFill>
              </a:rPr>
              <a:t>Batch Size: 16 (Small batches improve generalization)</a:t>
            </a:r>
          </a:p>
          <a:p>
            <a:pPr>
              <a:lnSpc>
                <a:spcPct val="150000"/>
              </a:lnSpc>
            </a:pPr>
            <a:r>
              <a:rPr lang="en-IN" dirty="0">
                <a:solidFill>
                  <a:srgbClr val="334155"/>
                </a:solidFill>
              </a:rPr>
              <a:t>Max Epochs: 100 (</a:t>
            </a:r>
            <a:r>
              <a:rPr lang="en-US" dirty="0">
                <a:solidFill>
                  <a:srgbClr val="334155"/>
                </a:solidFill>
              </a:rPr>
              <a:t>Sufficient for convergence with early stopping)</a:t>
            </a:r>
          </a:p>
          <a:p>
            <a:pPr>
              <a:lnSpc>
                <a:spcPct val="150000"/>
              </a:lnSpc>
            </a:pPr>
            <a:r>
              <a:rPr lang="en-IN" dirty="0">
                <a:solidFill>
                  <a:srgbClr val="334155"/>
                </a:solidFill>
              </a:rPr>
              <a:t>Sequence Length: 30 days (Captures monthly market patterns)</a:t>
            </a:r>
          </a:p>
          <a:p>
            <a:pPr>
              <a:lnSpc>
                <a:spcPct val="150000"/>
              </a:lnSpc>
            </a:pPr>
            <a:r>
              <a:rPr lang="en-IN" dirty="0">
                <a:solidFill>
                  <a:srgbClr val="334155"/>
                </a:solidFill>
              </a:rPr>
              <a:t>Hardware: NVIDIA A10 GPU</a:t>
            </a:r>
            <a:endParaRPr lang="en-US" dirty="0">
              <a:solidFill>
                <a:srgbClr val="33415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596993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1">
          <a:extLst>
            <a:ext uri="{FF2B5EF4-FFF2-40B4-BE49-F238E27FC236}">
              <a16:creationId xmlns:a16="http://schemas.microsoft.com/office/drawing/2014/main" id="{B00ABB41-8192-FAF4-F86A-8A5AC33F30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32">
            <a:extLst>
              <a:ext uri="{FF2B5EF4-FFF2-40B4-BE49-F238E27FC236}">
                <a16:creationId xmlns:a16="http://schemas.microsoft.com/office/drawing/2014/main" id="{9F47304A-FF6D-F95C-41FE-FC4D04334D5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75822" y="484183"/>
            <a:ext cx="5974724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Handling Overfitting</a:t>
            </a:r>
            <a:endParaRPr dirty="0"/>
          </a:p>
        </p:txBody>
      </p:sp>
      <p:sp>
        <p:nvSpPr>
          <p:cNvPr id="223" name="Google Shape;223;p32">
            <a:extLst>
              <a:ext uri="{FF2B5EF4-FFF2-40B4-BE49-F238E27FC236}">
                <a16:creationId xmlns:a16="http://schemas.microsoft.com/office/drawing/2014/main" id="{09724769-FD77-D76E-80F7-7EBA55C06B7F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275822" y="1056883"/>
            <a:ext cx="7571704" cy="216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r>
              <a:rPr lang="en-US" b="1" dirty="0"/>
              <a:t>Regularization Techniques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rgbClr val="334155"/>
                </a:solidFill>
              </a:rPr>
              <a:t>Dropout (p=0.4): Applied in LSTM and FC layers</a:t>
            </a:r>
          </a:p>
          <a:p>
            <a:pPr>
              <a:lnSpc>
                <a:spcPct val="150000"/>
              </a:lnSpc>
            </a:pPr>
            <a:r>
              <a:rPr lang="en-IN" dirty="0"/>
              <a:t>Batch Normalization: Normalizes activations</a:t>
            </a:r>
          </a:p>
          <a:p>
            <a:pPr>
              <a:lnSpc>
                <a:spcPct val="150000"/>
              </a:lnSpc>
            </a:pPr>
            <a:r>
              <a:rPr lang="en-US" dirty="0"/>
              <a:t>Weight Decay: L2 penalty (λ=0.001) on parameters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rgbClr val="334155"/>
                </a:solidFill>
              </a:rPr>
              <a:t>Gradient Clipping: </a:t>
            </a:r>
            <a:r>
              <a:rPr lang="en-IN" dirty="0" err="1">
                <a:solidFill>
                  <a:srgbClr val="334155"/>
                </a:solidFill>
              </a:rPr>
              <a:t>max_norm</a:t>
            </a:r>
            <a:r>
              <a:rPr lang="en-IN" dirty="0">
                <a:solidFill>
                  <a:srgbClr val="334155"/>
                </a:solidFill>
              </a:rPr>
              <a:t> = 1.0, </a:t>
            </a:r>
            <a:r>
              <a:rPr lang="en-US" dirty="0">
                <a:solidFill>
                  <a:srgbClr val="334155"/>
                </a:solidFill>
              </a:rPr>
              <a:t>Prevents gradient explosion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rgbClr val="334155"/>
                </a:solidFill>
              </a:rPr>
              <a:t>Reduced Capacity: Only 64 hidden units</a:t>
            </a:r>
          </a:p>
          <a:p>
            <a:pPr>
              <a:lnSpc>
                <a:spcPct val="150000"/>
              </a:lnSpc>
            </a:pPr>
            <a:endParaRPr lang="en-US" dirty="0">
              <a:solidFill>
                <a:srgbClr val="334155"/>
              </a:solidFill>
            </a:endParaRPr>
          </a:p>
          <a:p>
            <a:pPr marL="0" indent="0">
              <a:buNone/>
            </a:pPr>
            <a:r>
              <a:rPr lang="en-US" b="1" dirty="0"/>
              <a:t>Model Selection on Validation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rgbClr val="334155"/>
                </a:solidFill>
              </a:rPr>
              <a:t>Early Stopping: Patience=50 epochs on </a:t>
            </a:r>
            <a:r>
              <a:rPr lang="en-US" dirty="0" err="1">
                <a:solidFill>
                  <a:srgbClr val="334155"/>
                </a:solidFill>
              </a:rPr>
              <a:t>val</a:t>
            </a:r>
            <a:r>
              <a:rPr lang="en-US" dirty="0">
                <a:solidFill>
                  <a:srgbClr val="334155"/>
                </a:solidFill>
              </a:rPr>
              <a:t> loss</a:t>
            </a:r>
          </a:p>
          <a:p>
            <a:pPr>
              <a:lnSpc>
                <a:spcPct val="150000"/>
              </a:lnSpc>
            </a:pPr>
            <a:r>
              <a:rPr lang="en-US" dirty="0"/>
              <a:t>Best Model Saving: Checkpoint with lowest loss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rgbClr val="334155"/>
                </a:solidFill>
              </a:rPr>
              <a:t>Validation Monitoring: Loss computed every epoch</a:t>
            </a:r>
          </a:p>
          <a:p>
            <a:pPr>
              <a:lnSpc>
                <a:spcPct val="150000"/>
              </a:lnSpc>
            </a:pPr>
            <a:r>
              <a:rPr lang="en-US" dirty="0"/>
              <a:t>Chronological Split: Train on past, test on future</a:t>
            </a:r>
          </a:p>
          <a:p>
            <a:pPr>
              <a:lnSpc>
                <a:spcPct val="150000"/>
              </a:lnSpc>
            </a:pPr>
            <a:r>
              <a:rPr lang="it-IT" dirty="0"/>
              <a:t>No Data Leakage: Separate scalers per split</a:t>
            </a:r>
          </a:p>
          <a:p>
            <a:pPr>
              <a:lnSpc>
                <a:spcPct val="150000"/>
              </a:lnSpc>
            </a:pPr>
            <a:endParaRPr lang="en-US" dirty="0">
              <a:solidFill>
                <a:srgbClr val="334155"/>
              </a:solidFill>
            </a:endParaRPr>
          </a:p>
          <a:p>
            <a:pPr>
              <a:lnSpc>
                <a:spcPct val="150000"/>
              </a:lnSpc>
            </a:pPr>
            <a:endParaRPr lang="en-US" dirty="0">
              <a:solidFill>
                <a:srgbClr val="334155"/>
              </a:solidFill>
            </a:endParaRPr>
          </a:p>
          <a:p>
            <a:pPr>
              <a:lnSpc>
                <a:spcPct val="150000"/>
              </a:lnSpc>
            </a:pPr>
            <a:endParaRPr lang="en-US" dirty="0">
              <a:solidFill>
                <a:srgbClr val="33415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192467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8">
          <a:extLst>
            <a:ext uri="{FF2B5EF4-FFF2-40B4-BE49-F238E27FC236}">
              <a16:creationId xmlns:a16="http://schemas.microsoft.com/office/drawing/2014/main" id="{4A39E781-BEEC-CDBA-FE71-1866AE92B7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33">
            <a:extLst>
              <a:ext uri="{FF2B5EF4-FFF2-40B4-BE49-F238E27FC236}">
                <a16:creationId xmlns:a16="http://schemas.microsoft.com/office/drawing/2014/main" id="{D10B79A5-EAC1-76F5-20A7-F5B38F717CC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28599" y="1196325"/>
            <a:ext cx="7485845" cy="2276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RESULTS</a:t>
            </a:r>
            <a:endParaRPr dirty="0"/>
          </a:p>
        </p:txBody>
      </p:sp>
      <p:sp>
        <p:nvSpPr>
          <p:cNvPr id="230" name="Google Shape;230;p33">
            <a:extLst>
              <a:ext uri="{FF2B5EF4-FFF2-40B4-BE49-F238E27FC236}">
                <a16:creationId xmlns:a16="http://schemas.microsoft.com/office/drawing/2014/main" id="{2A36927A-4C51-7215-5DB7-2621BAE49F17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228600" y="3396943"/>
            <a:ext cx="1235700" cy="1108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04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2222944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8">
          <a:extLst>
            <a:ext uri="{FF2B5EF4-FFF2-40B4-BE49-F238E27FC236}">
              <a16:creationId xmlns:a16="http://schemas.microsoft.com/office/drawing/2014/main" id="{5B8968BA-F696-63B9-DA0B-BA456565B8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41">
            <a:extLst>
              <a:ext uri="{FF2B5EF4-FFF2-40B4-BE49-F238E27FC236}">
                <a16:creationId xmlns:a16="http://schemas.microsoft.com/office/drawing/2014/main" id="{0B81F5FB-C880-7829-3E54-1E1F8136148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28600" y="228600"/>
            <a:ext cx="8686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Performance Metrics</a:t>
            </a:r>
            <a:endParaRPr dirty="0"/>
          </a:p>
        </p:txBody>
      </p:sp>
      <p:graphicFrame>
        <p:nvGraphicFramePr>
          <p:cNvPr id="320" name="Google Shape;320;p41">
            <a:extLst>
              <a:ext uri="{FF2B5EF4-FFF2-40B4-BE49-F238E27FC236}">
                <a16:creationId xmlns:a16="http://schemas.microsoft.com/office/drawing/2014/main" id="{F7F0252F-C071-856C-0C12-5EDF709E36B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46074460"/>
              </p:ext>
            </p:extLst>
          </p:nvPr>
        </p:nvGraphicFramePr>
        <p:xfrm>
          <a:off x="1383404" y="2438668"/>
          <a:ext cx="6172200" cy="2200325"/>
        </p:xfrm>
        <a:graphic>
          <a:graphicData uri="http://schemas.openxmlformats.org/drawingml/2006/table">
            <a:tbl>
              <a:tblPr>
                <a:noFill/>
                <a:tableStyleId>{6404B7D1-C35B-4641-ADC9-F3B53C5F9266}</a:tableStyleId>
              </a:tblPr>
              <a:tblGrid>
                <a:gridCol w="17252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823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82311">
                  <a:extLst>
                    <a:ext uri="{9D8B030D-6E8A-4147-A177-3AD203B41FA5}">
                      <a16:colId xmlns:a16="http://schemas.microsoft.com/office/drawing/2014/main" val="2860441822"/>
                    </a:ext>
                  </a:extLst>
                </a:gridCol>
                <a:gridCol w="1482311">
                  <a:extLst>
                    <a:ext uri="{9D8B030D-6E8A-4147-A177-3AD203B41FA5}">
                      <a16:colId xmlns:a16="http://schemas.microsoft.com/office/drawing/2014/main" val="2579354484"/>
                    </a:ext>
                  </a:extLst>
                </a:gridCol>
              </a:tblGrid>
              <a:tr h="5525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dirty="0">
                          <a:solidFill>
                            <a:schemeClr val="dk1"/>
                          </a:solidFill>
                          <a:latin typeface="Hubot Sans Medium"/>
                          <a:ea typeface="Hubot Sans Medium"/>
                          <a:cs typeface="Hubot Sans Medium"/>
                          <a:sym typeface="Hubot Sans Medium"/>
                        </a:rPr>
                        <a:t>Data</a:t>
                      </a:r>
                      <a:endParaRPr lang="en-IN" sz="1200" dirty="0">
                        <a:solidFill>
                          <a:schemeClr val="dk1"/>
                        </a:solidFill>
                        <a:latin typeface="Hubot Sans Medium"/>
                        <a:ea typeface="Hubot Sans Medium"/>
                        <a:cs typeface="Hubot Sans Medium"/>
                        <a:sym typeface="Hubot Sans Medium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dirty="0">
                          <a:solidFill>
                            <a:schemeClr val="dk1"/>
                          </a:solidFill>
                          <a:latin typeface="Hubot Sans Medium"/>
                          <a:ea typeface="Hubot Sans Medium"/>
                          <a:cs typeface="Hubot Sans Medium"/>
                          <a:sym typeface="Hubot Sans Medium"/>
                        </a:rPr>
                        <a:t>MAPE (%)</a:t>
                      </a:r>
                      <a:endParaRPr sz="1200" dirty="0">
                        <a:solidFill>
                          <a:schemeClr val="dk1"/>
                        </a:solidFill>
                        <a:latin typeface="Hubot Sans Medium"/>
                        <a:ea typeface="Hubot Sans Medium"/>
                        <a:cs typeface="Hubot Sans Medium"/>
                        <a:sym typeface="Hubot Sans Medium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dirty="0">
                          <a:solidFill>
                            <a:schemeClr val="dk1"/>
                          </a:solidFill>
                          <a:latin typeface="Hubot Sans Medium"/>
                          <a:ea typeface="Hubot Sans Medium"/>
                          <a:cs typeface="Hubot Sans Medium"/>
                          <a:sym typeface="Hubot Sans Medium"/>
                        </a:rPr>
                        <a:t>RMSE ($)</a:t>
                      </a:r>
                      <a:endParaRPr sz="1200" dirty="0">
                        <a:solidFill>
                          <a:schemeClr val="dk1"/>
                        </a:solidFill>
                        <a:latin typeface="Hubot Sans Medium"/>
                        <a:ea typeface="Hubot Sans Medium"/>
                        <a:cs typeface="Hubot Sans Medium"/>
                        <a:sym typeface="Hubot Sans Medium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dirty="0">
                          <a:solidFill>
                            <a:schemeClr val="dk1"/>
                          </a:solidFill>
                          <a:latin typeface="Hubot Sans Medium"/>
                          <a:ea typeface="Hubot Sans Medium"/>
                          <a:cs typeface="Hubot Sans Medium"/>
                          <a:sym typeface="Hubot Sans Medium"/>
                        </a:rPr>
                        <a:t>MAE ($)</a:t>
                      </a:r>
                      <a:endParaRPr sz="1200" dirty="0">
                        <a:solidFill>
                          <a:schemeClr val="dk1"/>
                        </a:solidFill>
                        <a:latin typeface="Hubot Sans Medium"/>
                        <a:ea typeface="Hubot Sans Medium"/>
                        <a:cs typeface="Hubot Sans Medium"/>
                        <a:sym typeface="Hubot Sans Medium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92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00" dirty="0">
                          <a:solidFill>
                            <a:schemeClr val="dk1"/>
                          </a:solidFill>
                          <a:latin typeface="Work Sans Medium"/>
                          <a:ea typeface="Work Sans Medium"/>
                          <a:cs typeface="Work Sans Medium"/>
                          <a:sym typeface="Work Sans Medium"/>
                        </a:rPr>
                        <a:t>Train</a:t>
                      </a: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0" u="none" strike="noStrike" cap="none" dirty="0">
                          <a:solidFill>
                            <a:schemeClr val="dk1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4.09%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sz="1000" b="0" i="0" u="none" strike="noStrike" cap="none" dirty="0">
                        <a:solidFill>
                          <a:schemeClr val="dk1"/>
                        </a:solidFill>
                        <a:latin typeface="Work Sans"/>
                        <a:ea typeface="Work Sans"/>
                        <a:cs typeface="Work Sans"/>
                        <a:sym typeface="Work Sans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1000" b="0" i="0" u="none" strike="noStrike" cap="none" dirty="0">
                          <a:solidFill>
                            <a:schemeClr val="dk1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$27.83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sz="1000" b="0" i="0" u="none" strike="noStrike" cap="none" dirty="0">
                        <a:solidFill>
                          <a:schemeClr val="dk1"/>
                        </a:solidFill>
                        <a:latin typeface="Work Sans"/>
                        <a:ea typeface="Work Sans"/>
                        <a:cs typeface="Work Sans"/>
                        <a:sym typeface="Work Sans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00" dirty="0">
                          <a:solidFill>
                            <a:schemeClr val="dk1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$23.37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dirty="0">
                        <a:solidFill>
                          <a:schemeClr val="dk1"/>
                        </a:solidFill>
                        <a:latin typeface="Work Sans"/>
                        <a:ea typeface="Work Sans"/>
                        <a:cs typeface="Work Sans"/>
                        <a:sym typeface="Work Sans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92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00" dirty="0">
                          <a:solidFill>
                            <a:schemeClr val="dk1"/>
                          </a:solidFill>
                          <a:latin typeface="Work Sans Medium"/>
                          <a:ea typeface="Work Sans Medium"/>
                          <a:cs typeface="Work Sans Medium"/>
                          <a:sym typeface="Work Sans Medium"/>
                        </a:rPr>
                        <a:t>Validation</a:t>
                      </a: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0" u="none" strike="noStrike" cap="none" dirty="0">
                          <a:solidFill>
                            <a:schemeClr val="dk1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4.90%</a:t>
                      </a: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0" u="none" strike="noStrike" cap="none" dirty="0">
                          <a:solidFill>
                            <a:schemeClr val="dk1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$32.66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lang="en-US" sz="1000" b="0" i="0" u="none" strike="noStrike" cap="none" dirty="0">
                        <a:solidFill>
                          <a:schemeClr val="dk1"/>
                        </a:solidFill>
                        <a:latin typeface="Work Sans"/>
                        <a:ea typeface="Work Sans"/>
                        <a:cs typeface="Work Sans"/>
                        <a:sym typeface="Work Sans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>
                          <a:solidFill>
                            <a:schemeClr val="dk1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$31.02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000" dirty="0">
                        <a:solidFill>
                          <a:schemeClr val="dk1"/>
                        </a:solidFill>
                        <a:latin typeface="Work Sans"/>
                        <a:ea typeface="Work Sans"/>
                        <a:cs typeface="Work Sans"/>
                        <a:sym typeface="Work Sans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92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dirty="0">
                          <a:solidFill>
                            <a:schemeClr val="dk1"/>
                          </a:solidFill>
                          <a:latin typeface="Work Sans Medium"/>
                          <a:ea typeface="Work Sans Medium"/>
                          <a:cs typeface="Work Sans Medium"/>
                          <a:sym typeface="Work Sans Medium"/>
                        </a:rPr>
                        <a:t>Test</a:t>
                      </a:r>
                      <a:endParaRPr sz="1000" dirty="0">
                        <a:solidFill>
                          <a:schemeClr val="dk1"/>
                        </a:solidFill>
                        <a:latin typeface="Work Sans Medium"/>
                        <a:ea typeface="Work Sans Medium"/>
                        <a:cs typeface="Work Sans Medium"/>
                        <a:sym typeface="Work Sans Medium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0" u="none" strike="noStrike" cap="none" dirty="0">
                          <a:solidFill>
                            <a:schemeClr val="dk1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7.19%</a:t>
                      </a: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0" u="none" strike="noStrike" cap="none" dirty="0">
                          <a:solidFill>
                            <a:schemeClr val="dk1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$48.76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lang="en-US" sz="1000" b="0" i="0" u="none" strike="noStrike" cap="none" dirty="0">
                        <a:solidFill>
                          <a:schemeClr val="dk1"/>
                        </a:solidFill>
                        <a:latin typeface="Work Sans"/>
                        <a:ea typeface="Work Sans"/>
                        <a:cs typeface="Work Sans"/>
                        <a:sym typeface="Work Sans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>
                          <a:solidFill>
                            <a:schemeClr val="dk1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$48.07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000" dirty="0">
                        <a:solidFill>
                          <a:schemeClr val="dk1"/>
                        </a:solidFill>
                        <a:latin typeface="Work Sans"/>
                        <a:ea typeface="Work Sans"/>
                        <a:cs typeface="Work Sans"/>
                        <a:sym typeface="Work Sans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2" name="Google Shape;223;p32">
            <a:extLst>
              <a:ext uri="{FF2B5EF4-FFF2-40B4-BE49-F238E27FC236}">
                <a16:creationId xmlns:a16="http://schemas.microsoft.com/office/drawing/2014/main" id="{85D56720-60B9-5DFC-7286-5AC05B6F7277}"/>
              </a:ext>
            </a:extLst>
          </p:cNvPr>
          <p:cNvSpPr txBox="1">
            <a:spLocks/>
          </p:cNvSpPr>
          <p:nvPr/>
        </p:nvSpPr>
        <p:spPr>
          <a:xfrm>
            <a:off x="361679" y="837942"/>
            <a:ext cx="7086601" cy="216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lang="en-US" b="1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7B2CE46-6F03-77F1-5405-6EFBD85A85CD}"/>
              </a:ext>
            </a:extLst>
          </p:cNvPr>
          <p:cNvSpPr txBox="1"/>
          <p:nvPr/>
        </p:nvSpPr>
        <p:spPr>
          <a:xfrm>
            <a:off x="361679" y="837942"/>
            <a:ext cx="7606051" cy="13539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 sz="1900">
                <a:solidFill>
                  <a:srgbClr val="0F172A"/>
                </a:solidFill>
              </a:defRPr>
            </a:pPr>
            <a:endParaRPr lang="en-US" sz="1200" b="1" dirty="0">
              <a:latin typeface="Work Sans" pitchFamily="2" charset="0"/>
            </a:endParaRPr>
          </a:p>
          <a:p>
            <a:pPr marL="457200" marR="0" lvl="0" indent="-3048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Nunito Light"/>
              <a:buChar char="●"/>
              <a:tabLst/>
              <a:defRPr/>
            </a:pP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Work Sans"/>
                <a:sym typeface="Work Sans"/>
              </a:rPr>
              <a:t>Primary Evaluation Metric: </a:t>
            </a: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Work Sans"/>
                <a:sym typeface="Work Sans"/>
              </a:rPr>
              <a:t>MAPE (Mean Absolute Percentage Error) – measures prediction error as % of actual price</a:t>
            </a:r>
          </a:p>
          <a:p>
            <a:pPr marL="457200" marR="0" lvl="0" indent="-3048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Nunito Light"/>
              <a:buChar char="●"/>
              <a:tabLst/>
              <a:defRPr/>
            </a:pP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Work Sans"/>
                <a:sym typeface="Work Sans"/>
              </a:rPr>
              <a:t>Key Finding: </a:t>
            </a: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Work Sans"/>
                <a:sym typeface="Work Sans"/>
              </a:rPr>
              <a:t>Test MAPE of 7.19% means predictions deviate by ~$35-40 on average from actual prices</a:t>
            </a:r>
          </a:p>
        </p:txBody>
      </p:sp>
    </p:spTree>
    <p:extLst>
      <p:ext uri="{BB962C8B-B14F-4D97-AF65-F5344CB8AC3E}">
        <p14:creationId xmlns:p14="http://schemas.microsoft.com/office/powerpoint/2010/main" val="406844989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38"/>
          <p:cNvSpPr txBox="1">
            <a:spLocks noGrp="1"/>
          </p:cNvSpPr>
          <p:nvPr>
            <p:ph type="subTitle" idx="1"/>
          </p:nvPr>
        </p:nvSpPr>
        <p:spPr>
          <a:xfrm>
            <a:off x="5619000" y="2591125"/>
            <a:ext cx="3296400" cy="36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Our Multi-modal LSTM Model</a:t>
            </a:r>
            <a:endParaRPr dirty="0"/>
          </a:p>
        </p:txBody>
      </p:sp>
      <p:sp>
        <p:nvSpPr>
          <p:cNvPr id="276" name="Google Shape;276;p38"/>
          <p:cNvSpPr txBox="1">
            <a:spLocks noGrp="1"/>
          </p:cNvSpPr>
          <p:nvPr>
            <p:ph type="title"/>
          </p:nvPr>
        </p:nvSpPr>
        <p:spPr>
          <a:xfrm>
            <a:off x="5619000" y="1866929"/>
            <a:ext cx="3296400" cy="800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7.19%</a:t>
            </a:r>
            <a:endParaRPr dirty="0"/>
          </a:p>
        </p:txBody>
      </p:sp>
      <p:sp>
        <p:nvSpPr>
          <p:cNvPr id="277" name="Google Shape;277;p38"/>
          <p:cNvSpPr txBox="1">
            <a:spLocks noGrp="1"/>
          </p:cNvSpPr>
          <p:nvPr>
            <p:ph type="title" idx="2"/>
          </p:nvPr>
        </p:nvSpPr>
        <p:spPr>
          <a:xfrm>
            <a:off x="228600" y="3162275"/>
            <a:ext cx="4752600" cy="954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00CC00"/>
                </a:solidFill>
              </a:rPr>
              <a:t>+7.1%</a:t>
            </a:r>
            <a:endParaRPr dirty="0">
              <a:solidFill>
                <a:srgbClr val="00CC00"/>
              </a:solidFill>
            </a:endParaRPr>
          </a:p>
        </p:txBody>
      </p:sp>
      <p:sp>
        <p:nvSpPr>
          <p:cNvPr id="278" name="Google Shape;278;p38"/>
          <p:cNvSpPr txBox="1">
            <a:spLocks noGrp="1"/>
          </p:cNvSpPr>
          <p:nvPr>
            <p:ph type="subTitle" idx="3"/>
          </p:nvPr>
        </p:nvSpPr>
        <p:spPr>
          <a:xfrm>
            <a:off x="300900" y="4195625"/>
            <a:ext cx="4608000" cy="40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00CC00"/>
                </a:solidFill>
              </a:rPr>
              <a:t>Percentage Improvement over Baseline Model</a:t>
            </a:r>
            <a:endParaRPr dirty="0">
              <a:solidFill>
                <a:srgbClr val="00CC00"/>
              </a:solidFill>
            </a:endParaRPr>
          </a:p>
        </p:txBody>
      </p:sp>
      <p:sp>
        <p:nvSpPr>
          <p:cNvPr id="279" name="Google Shape;279;p38"/>
          <p:cNvSpPr txBox="1">
            <a:spLocks noGrp="1"/>
          </p:cNvSpPr>
          <p:nvPr>
            <p:ph type="title" idx="4"/>
          </p:nvPr>
        </p:nvSpPr>
        <p:spPr>
          <a:xfrm>
            <a:off x="5619000" y="544825"/>
            <a:ext cx="3296400" cy="800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tx1"/>
                </a:solidFill>
              </a:rPr>
              <a:t>7.74%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280" name="Google Shape;280;p38"/>
          <p:cNvSpPr txBox="1">
            <a:spLocks noGrp="1"/>
          </p:cNvSpPr>
          <p:nvPr>
            <p:ph type="subTitle" idx="5"/>
          </p:nvPr>
        </p:nvSpPr>
        <p:spPr>
          <a:xfrm>
            <a:off x="5619000" y="1269021"/>
            <a:ext cx="3296400" cy="36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Baseline Model MAPE (lower is better)</a:t>
            </a:r>
            <a:endParaRPr dirty="0"/>
          </a:p>
        </p:txBody>
      </p:sp>
      <p:sp>
        <p:nvSpPr>
          <p:cNvPr id="2" name="Google Shape;278;p38">
            <a:extLst>
              <a:ext uri="{FF2B5EF4-FFF2-40B4-BE49-F238E27FC236}">
                <a16:creationId xmlns:a16="http://schemas.microsoft.com/office/drawing/2014/main" id="{7FABBBE5-E80C-A926-C589-8B8863C6E779}"/>
              </a:ext>
            </a:extLst>
          </p:cNvPr>
          <p:cNvSpPr txBox="1">
            <a:spLocks/>
          </p:cNvSpPr>
          <p:nvPr/>
        </p:nvSpPr>
        <p:spPr>
          <a:xfrm>
            <a:off x="300900" y="4674875"/>
            <a:ext cx="5928182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 sz="1400" b="0" i="0" u="none" strike="noStrike" cap="non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 sz="1200" b="0" i="0" u="none" strike="noStrike" cap="non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 sz="1200" b="0" i="0" u="none" strike="noStrike" cap="non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 sz="1200" b="0" i="0" u="none" strike="noStrike" cap="non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 sz="1200" b="0" i="0" u="none" strike="noStrike" cap="non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 sz="1200" b="0" i="0" u="none" strike="noStrike" cap="non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 sz="1200" b="0" i="0" u="none" strike="noStrike" cap="non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 sz="1200" b="0" i="0" u="none" strike="noStrike" cap="non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 sz="1200" b="0" i="0" u="none" strike="noStrike" cap="non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pPr marL="0" indent="0"/>
            <a:r>
              <a:rPr lang="en-IN" sz="900" i="1" dirty="0">
                <a:solidFill>
                  <a:schemeClr val="tx1"/>
                </a:solidFill>
              </a:rPr>
              <a:t>*Note: Baseline Model refers to traditional approach that uses only sequential stock market data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5038577-DD6F-1B6B-E2B5-12BD429E9003}"/>
              </a:ext>
            </a:extLst>
          </p:cNvPr>
          <p:cNvSpPr txBox="1"/>
          <p:nvPr/>
        </p:nvSpPr>
        <p:spPr>
          <a:xfrm>
            <a:off x="484179" y="534482"/>
            <a:ext cx="4172755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0" lang="en" sz="2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ubot Sans Medium"/>
                <a:sym typeface="Hubot Sans Medium"/>
              </a:rPr>
              <a:t>Baseline Analysis</a:t>
            </a:r>
            <a:endParaRPr lang="en-IN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8">
          <a:extLst>
            <a:ext uri="{FF2B5EF4-FFF2-40B4-BE49-F238E27FC236}">
              <a16:creationId xmlns:a16="http://schemas.microsoft.com/office/drawing/2014/main" id="{605AFF6B-8CD8-1FCE-71E6-4D6B3C10C3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41">
            <a:extLst>
              <a:ext uri="{FF2B5EF4-FFF2-40B4-BE49-F238E27FC236}">
                <a16:creationId xmlns:a16="http://schemas.microsoft.com/office/drawing/2014/main" id="{E73F2FB0-59CF-3E4A-219C-8BA090C2EDF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28600" y="228600"/>
            <a:ext cx="8686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Live Prediction</a:t>
            </a:r>
            <a:endParaRPr dirty="0"/>
          </a:p>
        </p:txBody>
      </p:sp>
      <p:graphicFrame>
        <p:nvGraphicFramePr>
          <p:cNvPr id="320" name="Google Shape;320;p41">
            <a:extLst>
              <a:ext uri="{FF2B5EF4-FFF2-40B4-BE49-F238E27FC236}">
                <a16:creationId xmlns:a16="http://schemas.microsoft.com/office/drawing/2014/main" id="{5D7278FD-7D8C-5623-F7D9-8BC2FECA5A8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29227376"/>
              </p:ext>
            </p:extLst>
          </p:nvPr>
        </p:nvGraphicFramePr>
        <p:xfrm>
          <a:off x="1383404" y="2438668"/>
          <a:ext cx="6172200" cy="1651050"/>
        </p:xfrm>
        <a:graphic>
          <a:graphicData uri="http://schemas.openxmlformats.org/drawingml/2006/table">
            <a:tbl>
              <a:tblPr>
                <a:noFill/>
                <a:tableStyleId>{6404B7D1-C35B-4641-ADC9-F3B53C5F9266}</a:tableStyleId>
              </a:tblPr>
              <a:tblGrid>
                <a:gridCol w="17252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823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82311">
                  <a:extLst>
                    <a:ext uri="{9D8B030D-6E8A-4147-A177-3AD203B41FA5}">
                      <a16:colId xmlns:a16="http://schemas.microsoft.com/office/drawing/2014/main" val="2860441822"/>
                    </a:ext>
                  </a:extLst>
                </a:gridCol>
                <a:gridCol w="1482311">
                  <a:extLst>
                    <a:ext uri="{9D8B030D-6E8A-4147-A177-3AD203B41FA5}">
                      <a16:colId xmlns:a16="http://schemas.microsoft.com/office/drawing/2014/main" val="2579354484"/>
                    </a:ext>
                  </a:extLst>
                </a:gridCol>
              </a:tblGrid>
              <a:tr h="5525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dirty="0">
                          <a:solidFill>
                            <a:schemeClr val="dk1"/>
                          </a:solidFill>
                          <a:latin typeface="Hubot Sans Medium"/>
                          <a:ea typeface="Hubot Sans Medium"/>
                          <a:cs typeface="Hubot Sans Medium"/>
                          <a:sym typeface="Hubot Sans Medium"/>
                        </a:rPr>
                        <a:t>M</a:t>
                      </a:r>
                      <a:r>
                        <a:rPr lang="en-IN" sz="1200" dirty="0">
                          <a:solidFill>
                            <a:schemeClr val="dk1"/>
                          </a:solidFill>
                          <a:latin typeface="Hubot Sans Medium"/>
                          <a:ea typeface="Hubot Sans Medium"/>
                          <a:cs typeface="Hubot Sans Medium"/>
                          <a:sym typeface="Hubot Sans Medium"/>
                        </a:rPr>
                        <a:t>ETRIC</a:t>
                      </a:r>
                    </a:p>
                  </a:txBody>
                  <a:tcPr marL="91425" marR="91425" marT="45700" marB="45700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dirty="0">
                          <a:solidFill>
                            <a:schemeClr val="dk1"/>
                          </a:solidFill>
                          <a:latin typeface="Hubot Sans Medium"/>
                          <a:ea typeface="Hubot Sans Medium"/>
                          <a:cs typeface="Hubot Sans Medium"/>
                          <a:sym typeface="Hubot Sans Medium"/>
                        </a:rPr>
                        <a:t>MAPE (%)</a:t>
                      </a:r>
                      <a:endParaRPr sz="1200" dirty="0">
                        <a:solidFill>
                          <a:schemeClr val="dk1"/>
                        </a:solidFill>
                        <a:latin typeface="Hubot Sans Medium"/>
                        <a:ea typeface="Hubot Sans Medium"/>
                        <a:cs typeface="Hubot Sans Medium"/>
                        <a:sym typeface="Hubot Sans Medium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dirty="0">
                          <a:solidFill>
                            <a:schemeClr val="dk1"/>
                          </a:solidFill>
                          <a:latin typeface="Hubot Sans Medium"/>
                          <a:ea typeface="Hubot Sans Medium"/>
                          <a:cs typeface="Hubot Sans Medium"/>
                          <a:sym typeface="Hubot Sans Medium"/>
                        </a:rPr>
                        <a:t>Direction</a:t>
                      </a:r>
                      <a:endParaRPr sz="1200" dirty="0">
                        <a:solidFill>
                          <a:schemeClr val="dk1"/>
                        </a:solidFill>
                        <a:latin typeface="Hubot Sans Medium"/>
                        <a:ea typeface="Hubot Sans Medium"/>
                        <a:cs typeface="Hubot Sans Medium"/>
                        <a:sym typeface="Hubot Sans Medium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dirty="0">
                          <a:solidFill>
                            <a:schemeClr val="dk1"/>
                          </a:solidFill>
                          <a:latin typeface="Hubot Sans Medium"/>
                          <a:ea typeface="Hubot Sans Medium"/>
                          <a:cs typeface="Hubot Sans Medium"/>
                          <a:sym typeface="Hubot Sans Medium"/>
                        </a:rPr>
                        <a:t>Direction Accuracy</a:t>
                      </a:r>
                      <a:endParaRPr sz="1200" dirty="0">
                        <a:solidFill>
                          <a:schemeClr val="dk1"/>
                        </a:solidFill>
                        <a:latin typeface="Hubot Sans Medium"/>
                        <a:ea typeface="Hubot Sans Medium"/>
                        <a:cs typeface="Hubot Sans Medium"/>
                        <a:sym typeface="Hubot Sans Medium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92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00" dirty="0">
                          <a:solidFill>
                            <a:schemeClr val="dk1"/>
                          </a:solidFill>
                          <a:latin typeface="Work Sans Medium"/>
                          <a:ea typeface="Work Sans Medium"/>
                          <a:cs typeface="Work Sans Medium"/>
                          <a:sym typeface="Work Sans Medium"/>
                        </a:rPr>
                        <a:t>SPY</a:t>
                      </a: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0" u="none" strike="noStrike" cap="none" dirty="0">
                          <a:solidFill>
                            <a:schemeClr val="dk1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0.993%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sz="1000" b="0" i="0" u="none" strike="noStrike" cap="none" dirty="0">
                        <a:solidFill>
                          <a:schemeClr val="dk1"/>
                        </a:solidFill>
                        <a:latin typeface="Work Sans"/>
                        <a:ea typeface="Work Sans"/>
                        <a:cs typeface="Work Sans"/>
                        <a:sym typeface="Work Sans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1000" b="0" i="0" u="none" strike="noStrike" cap="none" dirty="0">
                          <a:solidFill>
                            <a:schemeClr val="dk1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1/6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sz="1000" b="0" i="0" u="none" strike="noStrike" cap="none" dirty="0">
                        <a:solidFill>
                          <a:schemeClr val="dk1"/>
                        </a:solidFill>
                        <a:latin typeface="Work Sans"/>
                        <a:ea typeface="Work Sans"/>
                        <a:cs typeface="Work Sans"/>
                        <a:sym typeface="Work Sans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00" dirty="0">
                          <a:solidFill>
                            <a:schemeClr val="dk1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16.7%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dirty="0">
                        <a:solidFill>
                          <a:schemeClr val="dk1"/>
                        </a:solidFill>
                        <a:latin typeface="Work Sans"/>
                        <a:ea typeface="Work Sans"/>
                        <a:cs typeface="Work Sans"/>
                        <a:sym typeface="Work Sans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92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00" dirty="0">
                          <a:solidFill>
                            <a:schemeClr val="dk1"/>
                          </a:solidFill>
                          <a:latin typeface="Work Sans Medium"/>
                          <a:ea typeface="Work Sans Medium"/>
                          <a:cs typeface="Work Sans Medium"/>
                          <a:sym typeface="Work Sans Medium"/>
                        </a:rPr>
                        <a:t>QQQ</a:t>
                      </a: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0" u="none" strike="noStrike" cap="none" dirty="0">
                          <a:solidFill>
                            <a:schemeClr val="dk1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1.961%</a:t>
                      </a: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0" u="none" strike="noStrike" cap="none" dirty="0">
                          <a:solidFill>
                            <a:schemeClr val="dk1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0/6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lang="en-US" sz="1000" b="0" i="0" u="none" strike="noStrike" cap="none" dirty="0">
                        <a:solidFill>
                          <a:schemeClr val="dk1"/>
                        </a:solidFill>
                        <a:latin typeface="Work Sans"/>
                        <a:ea typeface="Work Sans"/>
                        <a:cs typeface="Work Sans"/>
                        <a:sym typeface="Work Sans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>
                          <a:solidFill>
                            <a:schemeClr val="dk1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0%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000" dirty="0">
                        <a:solidFill>
                          <a:schemeClr val="dk1"/>
                        </a:solidFill>
                        <a:latin typeface="Work Sans"/>
                        <a:ea typeface="Work Sans"/>
                        <a:cs typeface="Work Sans"/>
                        <a:sym typeface="Work Sans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2" name="Google Shape;223;p32">
            <a:extLst>
              <a:ext uri="{FF2B5EF4-FFF2-40B4-BE49-F238E27FC236}">
                <a16:creationId xmlns:a16="http://schemas.microsoft.com/office/drawing/2014/main" id="{F705A3F2-1B15-B95C-7039-AEEA2F88B315}"/>
              </a:ext>
            </a:extLst>
          </p:cNvPr>
          <p:cNvSpPr txBox="1">
            <a:spLocks/>
          </p:cNvSpPr>
          <p:nvPr/>
        </p:nvSpPr>
        <p:spPr>
          <a:xfrm>
            <a:off x="361679" y="837942"/>
            <a:ext cx="7086601" cy="216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lang="en-US" b="1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1483922-5C94-BAEA-439B-808C91C019EF}"/>
              </a:ext>
            </a:extLst>
          </p:cNvPr>
          <p:cNvSpPr txBox="1"/>
          <p:nvPr/>
        </p:nvSpPr>
        <p:spPr>
          <a:xfrm>
            <a:off x="361679" y="837942"/>
            <a:ext cx="7606051" cy="7999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 sz="1900">
                <a:solidFill>
                  <a:srgbClr val="0F172A"/>
                </a:solidFill>
              </a:defRPr>
            </a:pPr>
            <a:endParaRPr lang="en-US" sz="1200" dirty="0">
              <a:latin typeface="Work Sans" pitchFamily="2" charset="0"/>
            </a:endParaRPr>
          </a:p>
          <a:p>
            <a:pPr marL="457200" marR="0" lvl="0" indent="-3048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Nunito Light"/>
              <a:buChar char="●"/>
              <a:tabLst/>
              <a:defRPr/>
            </a:pPr>
            <a:r>
              <a:rPr kumimoji="0" lang="en-US" sz="1200" i="0" u="none" strike="noStrike" kern="0" cap="none" spc="0" normalizeH="0" baseline="0" noProof="0" dirty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Work Sans"/>
                <a:sym typeface="Work Sans"/>
              </a:rPr>
              <a:t>Strong Prediction Accuracy</a:t>
            </a:r>
          </a:p>
          <a:p>
            <a:pPr marL="457200" marR="0" lvl="0" indent="-3048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Nunito Light"/>
              <a:buChar char="●"/>
              <a:tabLst/>
              <a:defRPr/>
            </a:pPr>
            <a:r>
              <a:rPr kumimoji="0" lang="en-US" sz="1200" i="0" u="none" strike="noStrike" kern="0" cap="none" spc="0" normalizeH="0" baseline="0" noProof="0" dirty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Work Sans"/>
                <a:sym typeface="Work Sans"/>
              </a:rPr>
              <a:t>Poor Directional Prediction</a:t>
            </a:r>
          </a:p>
        </p:txBody>
      </p:sp>
    </p:spTree>
    <p:extLst>
      <p:ext uri="{BB962C8B-B14F-4D97-AF65-F5344CB8AC3E}">
        <p14:creationId xmlns:p14="http://schemas.microsoft.com/office/powerpoint/2010/main" val="212137388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8">
          <a:extLst>
            <a:ext uri="{FF2B5EF4-FFF2-40B4-BE49-F238E27FC236}">
              <a16:creationId xmlns:a16="http://schemas.microsoft.com/office/drawing/2014/main" id="{0A5440A0-9E61-2A86-9DF1-432557D016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33">
            <a:extLst>
              <a:ext uri="{FF2B5EF4-FFF2-40B4-BE49-F238E27FC236}">
                <a16:creationId xmlns:a16="http://schemas.microsoft.com/office/drawing/2014/main" id="{D2D16432-7B65-7358-BD76-CE636B62F7E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28599" y="1196325"/>
            <a:ext cx="7485845" cy="2276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CONCLUSION</a:t>
            </a:r>
            <a:endParaRPr dirty="0"/>
          </a:p>
        </p:txBody>
      </p:sp>
      <p:sp>
        <p:nvSpPr>
          <p:cNvPr id="230" name="Google Shape;230;p33">
            <a:extLst>
              <a:ext uri="{FF2B5EF4-FFF2-40B4-BE49-F238E27FC236}">
                <a16:creationId xmlns:a16="http://schemas.microsoft.com/office/drawing/2014/main" id="{024E2DEC-1DEF-12CF-D5B3-90D686F9CC8E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228600" y="3396943"/>
            <a:ext cx="1235700" cy="1108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05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09653371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1">
          <a:extLst>
            <a:ext uri="{FF2B5EF4-FFF2-40B4-BE49-F238E27FC236}">
              <a16:creationId xmlns:a16="http://schemas.microsoft.com/office/drawing/2014/main" id="{1F6580C9-27E1-0EA6-A267-349FEACD1A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32">
            <a:extLst>
              <a:ext uri="{FF2B5EF4-FFF2-40B4-BE49-F238E27FC236}">
                <a16:creationId xmlns:a16="http://schemas.microsoft.com/office/drawing/2014/main" id="{6F2C8B42-F84D-6AA7-05AD-D49CD17BFC1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75822" y="484183"/>
            <a:ext cx="5974724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Key Insights</a:t>
            </a:r>
            <a:endParaRPr dirty="0"/>
          </a:p>
        </p:txBody>
      </p:sp>
      <p:sp>
        <p:nvSpPr>
          <p:cNvPr id="223" name="Google Shape;223;p32">
            <a:extLst>
              <a:ext uri="{FF2B5EF4-FFF2-40B4-BE49-F238E27FC236}">
                <a16:creationId xmlns:a16="http://schemas.microsoft.com/office/drawing/2014/main" id="{8735C1F9-6DC1-C4E1-2CA6-31E622187F94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275822" y="1056883"/>
            <a:ext cx="7571704" cy="216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2400" indent="0">
              <a:lnSpc>
                <a:spcPct val="150000"/>
              </a:lnSpc>
              <a:buNone/>
            </a:pPr>
            <a:r>
              <a:rPr lang="en-US" b="1" dirty="0">
                <a:solidFill>
                  <a:srgbClr val="334155"/>
                </a:solidFill>
              </a:rPr>
              <a:t>Learnings: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rgbClr val="334155"/>
                </a:solidFill>
              </a:rPr>
              <a:t>Incorporating news sentiment improved performance over baseline (+7.1% improvement)</a:t>
            </a:r>
          </a:p>
          <a:p>
            <a:pPr>
              <a:lnSpc>
                <a:spcPct val="150000"/>
              </a:lnSpc>
            </a:pPr>
            <a:r>
              <a:rPr lang="en-US" dirty="0"/>
              <a:t>LSTM effectively captures temporal dependencies </a:t>
            </a:r>
          </a:p>
          <a:p>
            <a:pPr>
              <a:lnSpc>
                <a:spcPct val="150000"/>
              </a:lnSpc>
            </a:pPr>
            <a:r>
              <a:rPr lang="en-US" dirty="0"/>
              <a:t>Comprehensive regularization prevents severe overfitting</a:t>
            </a:r>
          </a:p>
          <a:p>
            <a:pPr>
              <a:lnSpc>
                <a:spcPct val="150000"/>
              </a:lnSpc>
            </a:pPr>
            <a:r>
              <a:rPr lang="en-US" dirty="0"/>
              <a:t>Model Architecture was relatively small and proved efficient for the task</a:t>
            </a:r>
            <a:endParaRPr lang="en-US" dirty="0">
              <a:solidFill>
                <a:srgbClr val="334155"/>
              </a:solidFill>
            </a:endParaRP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rgbClr val="334155"/>
                </a:solidFill>
              </a:rPr>
              <a:t>Live deployment revealed issues that cross-validation couldn't detect. Demonstrates critical value of production testing</a:t>
            </a:r>
          </a:p>
          <a:p>
            <a:pPr marL="152400" indent="0">
              <a:lnSpc>
                <a:spcPct val="150000"/>
              </a:lnSpc>
              <a:buNone/>
            </a:pPr>
            <a:r>
              <a:rPr lang="en-US" b="1" dirty="0">
                <a:solidFill>
                  <a:srgbClr val="334155"/>
                </a:solidFill>
              </a:rPr>
              <a:t>Limitations: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rgbClr val="334155"/>
                </a:solidFill>
              </a:rPr>
              <a:t>Model's capacity to learn complex patterns is constrained</a:t>
            </a:r>
            <a:r>
              <a:rPr lang="en-US" dirty="0"/>
              <a:t> due to constrained dataset</a:t>
            </a:r>
          </a:p>
          <a:p>
            <a:pPr>
              <a:lnSpc>
                <a:spcPct val="150000"/>
              </a:lnSpc>
            </a:pPr>
            <a:r>
              <a:rPr lang="en-US" dirty="0"/>
              <a:t>Each model was separately trained exclusively on a single stock which limits generalization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rgbClr val="334155"/>
                </a:solidFill>
              </a:rPr>
              <a:t>The model does not explicitly account for regime changes or structural breaks in market behavior and assumes the data is stationary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rgbClr val="334155"/>
                </a:solidFill>
              </a:rPr>
              <a:t>Sentiment scores from Alpha Vantage do not capture nuanced semantic information</a:t>
            </a:r>
          </a:p>
          <a:p>
            <a:pPr>
              <a:lnSpc>
                <a:spcPct val="150000"/>
              </a:lnSpc>
            </a:pPr>
            <a:endParaRPr lang="en-US" dirty="0">
              <a:solidFill>
                <a:srgbClr val="334155"/>
              </a:solidFill>
            </a:endParaRPr>
          </a:p>
          <a:p>
            <a:pPr marL="152400" indent="0">
              <a:lnSpc>
                <a:spcPct val="150000"/>
              </a:lnSpc>
              <a:buNone/>
            </a:pPr>
            <a:endParaRPr lang="en-US" dirty="0">
              <a:solidFill>
                <a:srgbClr val="334155"/>
              </a:solidFill>
            </a:endParaRPr>
          </a:p>
          <a:p>
            <a:pPr>
              <a:lnSpc>
                <a:spcPct val="150000"/>
              </a:lnSpc>
            </a:pPr>
            <a:endParaRPr lang="en-US" dirty="0">
              <a:solidFill>
                <a:srgbClr val="334155"/>
              </a:solidFill>
            </a:endParaRPr>
          </a:p>
          <a:p>
            <a:pPr>
              <a:lnSpc>
                <a:spcPct val="150000"/>
              </a:lnSpc>
            </a:pPr>
            <a:endParaRPr lang="en-US" dirty="0">
              <a:solidFill>
                <a:srgbClr val="33415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8624133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1">
          <a:extLst>
            <a:ext uri="{FF2B5EF4-FFF2-40B4-BE49-F238E27FC236}">
              <a16:creationId xmlns:a16="http://schemas.microsoft.com/office/drawing/2014/main" id="{696A7CE8-9386-477C-37B6-BDFD61704F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32">
            <a:extLst>
              <a:ext uri="{FF2B5EF4-FFF2-40B4-BE49-F238E27FC236}">
                <a16:creationId xmlns:a16="http://schemas.microsoft.com/office/drawing/2014/main" id="{541C391C-1033-6CEF-3F12-99E7B1A85A5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75822" y="484183"/>
            <a:ext cx="5974724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Future Work</a:t>
            </a:r>
            <a:endParaRPr lang="en-IN" dirty="0"/>
          </a:p>
        </p:txBody>
      </p:sp>
      <p:sp>
        <p:nvSpPr>
          <p:cNvPr id="223" name="Google Shape;223;p32">
            <a:extLst>
              <a:ext uri="{FF2B5EF4-FFF2-40B4-BE49-F238E27FC236}">
                <a16:creationId xmlns:a16="http://schemas.microsoft.com/office/drawing/2014/main" id="{C01C3C28-1C40-62C8-16C6-78D21A656768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275822" y="1056883"/>
            <a:ext cx="7571704" cy="216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solidFill>
                  <a:srgbClr val="334155"/>
                </a:solidFill>
              </a:rPr>
              <a:t>Apply DDG-DA (Data Distribution Generation for Predictable Concept Drift Adaptation) to handle regime changes and evolving market conditions</a:t>
            </a:r>
            <a:endParaRPr lang="en-US" dirty="0"/>
          </a:p>
          <a:p>
            <a:pPr>
              <a:lnSpc>
                <a:spcPct val="150000"/>
              </a:lnSpc>
            </a:pPr>
            <a:r>
              <a:rPr lang="en-US" dirty="0"/>
              <a:t>Use </a:t>
            </a:r>
            <a:r>
              <a:rPr lang="en-US" dirty="0" err="1"/>
              <a:t>FinBERT</a:t>
            </a:r>
            <a:r>
              <a:rPr lang="en-US" dirty="0"/>
              <a:t> to extract richer semantic features and implement attention mechanisms to news articles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rgbClr val="334155"/>
                </a:solidFill>
              </a:rPr>
              <a:t>Extend training period to 10 years to capture multiple market cycles</a:t>
            </a:r>
          </a:p>
          <a:p>
            <a:pPr>
              <a:lnSpc>
                <a:spcPct val="150000"/>
              </a:lnSpc>
            </a:pPr>
            <a:r>
              <a:rPr lang="en-US" b="1" dirty="0">
                <a:solidFill>
                  <a:srgbClr val="334155"/>
                </a:solidFill>
              </a:rPr>
              <a:t>Multi-Task Learning: </a:t>
            </a:r>
            <a:r>
              <a:rPr lang="en-US" dirty="0">
                <a:solidFill>
                  <a:srgbClr val="334155"/>
                </a:solidFill>
              </a:rPr>
              <a:t>Make model to simultaneously predict closing price, directional movement (up/down classification), and volatility</a:t>
            </a:r>
          </a:p>
          <a:p>
            <a:pPr marL="152400" indent="0">
              <a:lnSpc>
                <a:spcPct val="150000"/>
              </a:lnSpc>
              <a:buNone/>
            </a:pPr>
            <a:endParaRPr lang="en-US" dirty="0">
              <a:solidFill>
                <a:srgbClr val="334155"/>
              </a:solidFill>
            </a:endParaRPr>
          </a:p>
          <a:p>
            <a:pPr>
              <a:lnSpc>
                <a:spcPct val="150000"/>
              </a:lnSpc>
            </a:pPr>
            <a:endParaRPr lang="en-US" dirty="0">
              <a:solidFill>
                <a:srgbClr val="334155"/>
              </a:solidFill>
            </a:endParaRPr>
          </a:p>
          <a:p>
            <a:pPr>
              <a:lnSpc>
                <a:spcPct val="150000"/>
              </a:lnSpc>
            </a:pPr>
            <a:endParaRPr lang="en-US" dirty="0">
              <a:solidFill>
                <a:srgbClr val="33415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3306154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>
          <a:extLst>
            <a:ext uri="{FF2B5EF4-FFF2-40B4-BE49-F238E27FC236}">
              <a16:creationId xmlns:a16="http://schemas.microsoft.com/office/drawing/2014/main" id="{8B81BE1D-3AEA-E287-0B36-788FAB9B8A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E2DE6AF-C430-1B4B-9444-38D24026F8E3}"/>
              </a:ext>
            </a:extLst>
          </p:cNvPr>
          <p:cNvSpPr txBox="1"/>
          <p:nvPr/>
        </p:nvSpPr>
        <p:spPr>
          <a:xfrm>
            <a:off x="223234" y="2790424"/>
            <a:ext cx="567099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0" lang="en" sz="6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ubot Sans Medium"/>
                <a:sym typeface="Hubot Sans Medium"/>
              </a:rPr>
              <a:t>THANK YOU</a:t>
            </a: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820ECFA-D5A1-16F9-C4ED-1EE145C40119}"/>
              </a:ext>
            </a:extLst>
          </p:cNvPr>
          <p:cNvSpPr txBox="1"/>
          <p:nvPr/>
        </p:nvSpPr>
        <p:spPr>
          <a:xfrm>
            <a:off x="407831" y="3739166"/>
            <a:ext cx="378209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Work Sans"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Work Sans"/>
                <a:sym typeface="Work Sans"/>
              </a:rPr>
              <a:t>Do you have any questions?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Work Sans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Work Sans"/>
                <a:sym typeface="Work Sans"/>
              </a:rPr>
              <a:t>vbn395@gwu.edu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9575581"/>
      </p:ext>
    </p:extLst>
  </p:cSld>
  <p:clrMapOvr>
    <a:masterClrMapping/>
  </p:clrMapOvr>
</p:sld>
</file>

<file path=ppt/theme/theme1.xml><?xml version="1.0" encoding="utf-8"?>
<a:theme xmlns:a="http://schemas.openxmlformats.org/drawingml/2006/main" name="Minimal Gradient Pitch Deck by Slidesgo">
  <a:themeElements>
    <a:clrScheme name="Simple Light">
      <a:dk1>
        <a:srgbClr val="000000"/>
      </a:dk1>
      <a:lt1>
        <a:srgbClr val="FFFFFF"/>
      </a:lt1>
      <a:dk2>
        <a:srgbClr val="FEA86F"/>
      </a:dk2>
      <a:lt2>
        <a:srgbClr val="FFDEF3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49613715-6fad-45b0-b8ca-01200f072397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F6EA59AE3C41440AFD740100F798E78" ma:contentTypeVersion="5" ma:contentTypeDescription="Create a new document." ma:contentTypeScope="" ma:versionID="76d3bde7c5b2dc47f70153faecdcbc8d">
  <xsd:schema xmlns:xsd="http://www.w3.org/2001/XMLSchema" xmlns:xs="http://www.w3.org/2001/XMLSchema" xmlns:p="http://schemas.microsoft.com/office/2006/metadata/properties" xmlns:ns3="49613715-6fad-45b0-b8ca-01200f072397" targetNamespace="http://schemas.microsoft.com/office/2006/metadata/properties" ma:root="true" ma:fieldsID="118f44873d45010cc08c0322fea0ca07" ns3:_="">
    <xsd:import namespace="49613715-6fad-45b0-b8ca-01200f072397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9613715-6fad-45b0-b8ca-01200f072397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12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2FF0DAC-4EC9-46AA-B843-B8F7261CC3AC}">
  <ds:schemaRefs>
    <ds:schemaRef ds:uri="http://schemas.microsoft.com/office/2006/metadata/properties"/>
    <ds:schemaRef ds:uri="49613715-6fad-45b0-b8ca-01200f072397"/>
    <ds:schemaRef ds:uri="http://purl.org/dc/elements/1.1/"/>
    <ds:schemaRef ds:uri="http://schemas.microsoft.com/office/2006/documentManagement/types"/>
    <ds:schemaRef ds:uri="http://www.w3.org/XML/1998/namespace"/>
    <ds:schemaRef ds:uri="http://schemas.microsoft.com/office/infopath/2007/PartnerControls"/>
    <ds:schemaRef ds:uri="http://schemas.openxmlformats.org/package/2006/metadata/core-properties"/>
    <ds:schemaRef ds:uri="http://purl.org/dc/dcmitype/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949C2F5C-7490-43CA-B7D1-7B00DCA5B6F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9613715-6fad-45b0-b8ca-01200f07239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560AD239-1CDE-4CEB-AB6D-EC9323A4D4B6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492</TotalTime>
  <Words>990</Words>
  <Application>Microsoft Office PowerPoint</Application>
  <PresentationFormat>On-screen Show (16:9)</PresentationFormat>
  <Paragraphs>202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0" baseType="lpstr">
      <vt:lpstr>Arial</vt:lpstr>
      <vt:lpstr>Work Sans</vt:lpstr>
      <vt:lpstr>PT Sans</vt:lpstr>
      <vt:lpstr>Hubot Sans Medium</vt:lpstr>
      <vt:lpstr>Work Sans Medium</vt:lpstr>
      <vt:lpstr>Hubot Sans</vt:lpstr>
      <vt:lpstr>Nunito Light</vt:lpstr>
      <vt:lpstr>Minimal Gradient Pitch Deck by Slidesgo</vt:lpstr>
      <vt:lpstr>Multi-Modal Stock Price Prediction </vt:lpstr>
      <vt:lpstr>AGENDA</vt:lpstr>
      <vt:lpstr>INTRODUCTION</vt:lpstr>
      <vt:lpstr>PROBLEM STATEMENT</vt:lpstr>
      <vt:lpstr>PROJECT OBJECTIVES</vt:lpstr>
      <vt:lpstr>DATASET OVERVIEW</vt:lpstr>
      <vt:lpstr>DATACARD</vt:lpstr>
      <vt:lpstr>DATA PREPARATION</vt:lpstr>
      <vt:lpstr>DATA PREPROCESSING PIPELINE</vt:lpstr>
      <vt:lpstr>Feature Engineering</vt:lpstr>
      <vt:lpstr>MODEL DEVELOPMENT</vt:lpstr>
      <vt:lpstr>LSTM Model Architecture</vt:lpstr>
      <vt:lpstr>Training Setup</vt:lpstr>
      <vt:lpstr>Handling Overfitting</vt:lpstr>
      <vt:lpstr>RESULTS</vt:lpstr>
      <vt:lpstr>Performance Metrics</vt:lpstr>
      <vt:lpstr>7.19%</vt:lpstr>
      <vt:lpstr>Live Prediction</vt:lpstr>
      <vt:lpstr>CONCLUSION</vt:lpstr>
      <vt:lpstr>Key Insights</vt:lpstr>
      <vt:lpstr>Future Work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Venkatesh B N</dc:creator>
  <cp:lastModifiedBy>Nagarjuna, Venkatesh B</cp:lastModifiedBy>
  <cp:revision>6</cp:revision>
  <dcterms:modified xsi:type="dcterms:W3CDTF">2025-12-08T03:16:55Z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0x0101002F6EA59AE3C41440AFD740100F798E78</vt:lpwstr>
  </property>
</Properties>
</file>